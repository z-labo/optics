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8" r:id="rId8"/>
    <p:sldId id="259" r:id="rId9"/>
    <p:sldId id="260" r:id="rId10"/>
    <p:sldId id="261" r:id="rId11"/>
    <p:sldId id="262" r:id="rId12"/>
    <p:sldId id="263" r:id="rId13"/>
    <p:sldId id="264" r:id="rId14"/>
    <p:sldId id="266" r:id="rId15"/>
    <p:sldId id="267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4D66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F86D9B-447A-41E3-A63F-8920382A99EF}" v="4" dt="2026-07-17T03:13:44.7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682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全 香玉" userId="1f3450e5-81b9-4f7a-82d7-841c32c029e0" providerId="ADAL" clId="{670531AC-1667-4F97-B1A6-5D38F8A44A79}"/>
    <pc:docChg chg="undo custSel addSld modSld">
      <pc:chgData name="全 香玉" userId="1f3450e5-81b9-4f7a-82d7-841c32c029e0" providerId="ADAL" clId="{670531AC-1667-4F97-B1A6-5D38F8A44A79}" dt="2026-07-17T03:13:46.705" v="188" actId="20577"/>
      <pc:docMkLst>
        <pc:docMk/>
      </pc:docMkLst>
      <pc:sldChg chg="addSp delSp modSp add mod">
        <pc:chgData name="全 香玉" userId="1f3450e5-81b9-4f7a-82d7-841c32c029e0" providerId="ADAL" clId="{670531AC-1667-4F97-B1A6-5D38F8A44A79}" dt="2026-07-17T03:13:46.705" v="188" actId="20577"/>
        <pc:sldMkLst>
          <pc:docMk/>
          <pc:sldMk cId="3041934445" sldId="268"/>
        </pc:sldMkLst>
        <pc:spChg chg="del mod">
          <ac:chgData name="全 香玉" userId="1f3450e5-81b9-4f7a-82d7-841c32c029e0" providerId="ADAL" clId="{670531AC-1667-4F97-B1A6-5D38F8A44A79}" dt="2026-07-17T03:09:15.268" v="157" actId="478"/>
          <ac:spMkLst>
            <pc:docMk/>
            <pc:sldMk cId="3041934445" sldId="268"/>
            <ac:spMk id="14" creationId="{F4632D58-47AB-1274-78A2-C3A4C9BBB101}"/>
          </ac:spMkLst>
        </pc:spChg>
        <pc:spChg chg="mod">
          <ac:chgData name="全 香玉" userId="1f3450e5-81b9-4f7a-82d7-841c32c029e0" providerId="ADAL" clId="{670531AC-1667-4F97-B1A6-5D38F8A44A79}" dt="2026-07-17T03:08:21.525" v="154" actId="1076"/>
          <ac:spMkLst>
            <pc:docMk/>
            <pc:sldMk cId="3041934445" sldId="268"/>
            <ac:spMk id="16" creationId="{C5B0D60D-1456-3E1C-73F8-93DE5569D9AF}"/>
          </ac:spMkLst>
        </pc:spChg>
        <pc:spChg chg="mod">
          <ac:chgData name="全 香玉" userId="1f3450e5-81b9-4f7a-82d7-841c32c029e0" providerId="ADAL" clId="{670531AC-1667-4F97-B1A6-5D38F8A44A79}" dt="2026-07-17T03:13:46.705" v="188" actId="20577"/>
          <ac:spMkLst>
            <pc:docMk/>
            <pc:sldMk cId="3041934445" sldId="268"/>
            <ac:spMk id="17" creationId="{E62A6218-D51E-A281-2173-9DE048FA601F}"/>
          </ac:spMkLst>
        </pc:spChg>
        <pc:spChg chg="del mod">
          <ac:chgData name="全 香玉" userId="1f3450e5-81b9-4f7a-82d7-841c32c029e0" providerId="ADAL" clId="{670531AC-1667-4F97-B1A6-5D38F8A44A79}" dt="2026-07-17T03:09:17.007" v="158" actId="478"/>
          <ac:spMkLst>
            <pc:docMk/>
            <pc:sldMk cId="3041934445" sldId="268"/>
            <ac:spMk id="18" creationId="{8069AF3B-A6BD-F688-6E11-3E379DA2E062}"/>
          </ac:spMkLst>
        </pc:spChg>
        <pc:spChg chg="add del mod">
          <ac:chgData name="全 香玉" userId="1f3450e5-81b9-4f7a-82d7-841c32c029e0" providerId="ADAL" clId="{670531AC-1667-4F97-B1A6-5D38F8A44A79}" dt="2026-07-17T03:09:54.961" v="170" actId="22"/>
          <ac:spMkLst>
            <pc:docMk/>
            <pc:sldMk cId="3041934445" sldId="268"/>
            <ac:spMk id="42" creationId="{8B973AEE-D6A4-2C31-3023-0AE4B2A550CA}"/>
          </ac:spMkLst>
        </pc:spChg>
        <pc:spChg chg="add del mod">
          <ac:chgData name="全 香玉" userId="1f3450e5-81b9-4f7a-82d7-841c32c029e0" providerId="ADAL" clId="{670531AC-1667-4F97-B1A6-5D38F8A44A79}" dt="2026-07-17T03:09:49.652" v="166" actId="22"/>
          <ac:spMkLst>
            <pc:docMk/>
            <pc:sldMk cId="3041934445" sldId="268"/>
            <ac:spMk id="44" creationId="{C02D52AB-BB4C-8DD4-F5DD-1971DA2445B6}"/>
          </ac:spMkLst>
        </pc:spChg>
        <pc:spChg chg="add mod">
          <ac:chgData name="全 香玉" userId="1f3450e5-81b9-4f7a-82d7-841c32c029e0" providerId="ADAL" clId="{670531AC-1667-4F97-B1A6-5D38F8A44A79}" dt="2026-07-17T03:13:26.421" v="186" actId="20577"/>
          <ac:spMkLst>
            <pc:docMk/>
            <pc:sldMk cId="3041934445" sldId="268"/>
            <ac:spMk id="54" creationId="{287BF06D-E5D3-14D7-4367-5633832A9E6C}"/>
          </ac:spMkLst>
        </pc:spChg>
        <pc:spChg chg="add mod">
          <ac:chgData name="全 香玉" userId="1f3450e5-81b9-4f7a-82d7-841c32c029e0" providerId="ADAL" clId="{670531AC-1667-4F97-B1A6-5D38F8A44A79}" dt="2026-07-17T03:13:16.977" v="183" actId="1076"/>
          <ac:spMkLst>
            <pc:docMk/>
            <pc:sldMk cId="3041934445" sldId="268"/>
            <ac:spMk id="56" creationId="{718C072A-79B7-E8E6-2EFE-E27A6A8BF9F2}"/>
          </ac:spMkLst>
        </pc:spChg>
        <pc:cxnChg chg="add mod">
          <ac:chgData name="全 香玉" userId="1f3450e5-81b9-4f7a-82d7-841c32c029e0" providerId="ADAL" clId="{670531AC-1667-4F97-B1A6-5D38F8A44A79}" dt="2026-07-17T03:07:15.870" v="138" actId="1076"/>
          <ac:cxnSpMkLst>
            <pc:docMk/>
            <pc:sldMk cId="3041934445" sldId="268"/>
            <ac:cxnSpMk id="10" creationId="{11C1B729-71AF-E499-8D77-0743BB9453EB}"/>
          </ac:cxnSpMkLst>
        </pc:cxnChg>
        <pc:cxnChg chg="add mod">
          <ac:chgData name="全 香玉" userId="1f3450e5-81b9-4f7a-82d7-841c32c029e0" providerId="ADAL" clId="{670531AC-1667-4F97-B1A6-5D38F8A44A79}" dt="2026-07-17T03:11:06.631" v="176" actId="14100"/>
          <ac:cxnSpMkLst>
            <pc:docMk/>
            <pc:sldMk cId="3041934445" sldId="268"/>
            <ac:cxnSpMk id="24" creationId="{32E592DE-1510-3F3F-5820-0CE8A2840572}"/>
          </ac:cxnSpMkLst>
        </pc:cxnChg>
        <pc:cxnChg chg="mod">
          <ac:chgData name="全 香玉" userId="1f3450e5-81b9-4f7a-82d7-841c32c029e0" providerId="ADAL" clId="{670531AC-1667-4F97-B1A6-5D38F8A44A79}" dt="2026-07-17T03:07:08.801" v="134" actId="14100"/>
          <ac:cxnSpMkLst>
            <pc:docMk/>
            <pc:sldMk cId="3041934445" sldId="268"/>
            <ac:cxnSpMk id="40" creationId="{C823132E-4C09-6130-B040-27D536789369}"/>
          </ac:cxnSpMkLst>
        </pc:cxnChg>
        <pc:cxnChg chg="mod">
          <ac:chgData name="全 香玉" userId="1f3450e5-81b9-4f7a-82d7-841c32c029e0" providerId="ADAL" clId="{670531AC-1667-4F97-B1A6-5D38F8A44A79}" dt="2026-07-17T03:10:44.583" v="174" actId="14100"/>
          <ac:cxnSpMkLst>
            <pc:docMk/>
            <pc:sldMk cId="3041934445" sldId="268"/>
            <ac:cxnSpMk id="41" creationId="{4DCED330-D698-3CD9-478D-60C71CFFE4D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2026/7/17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9E926-6C7B-AC9C-1C77-635F3520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E7851B3-4AF0-AC00-B567-D4C7F50C4816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5B0D60D-1456-3E1C-73F8-93DE5569D9AF}"/>
              </a:ext>
            </a:extLst>
          </p:cNvPr>
          <p:cNvSpPr/>
          <p:nvPr/>
        </p:nvSpPr>
        <p:spPr>
          <a:xfrm rot="3536901">
            <a:off x="6931396" y="4062264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2A6218-D51E-A281-2173-9DE048FA601F}"/>
              </a:ext>
            </a:extLst>
          </p:cNvPr>
          <p:cNvSpPr txBox="1"/>
          <p:nvPr/>
        </p:nvSpPr>
        <p:spPr>
          <a:xfrm>
            <a:off x="6813139" y="414571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C2540-CDB0-0DD7-481C-B7FBFAA2938E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F7BB2F2-5ACC-48E9-188D-D5B07F945EEC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0701502-B3DF-5BA5-8E84-EBA1C1EA535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7C5BD77-BAA8-FAE2-0DC3-9152A3FA5A24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6E4738B-7477-E379-BEB1-92D448020DE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F54E44E0-4175-C96E-B089-0B93860017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EABB3-4E85-E169-F44D-2452C494D21B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E391A27-DCC7-4D84-A5DD-286E1772E70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9E9635-3091-19B1-D2D0-32AADE5689AC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D4F3D350-3240-1F84-0749-26A082EB18CB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9E079050-06EE-529D-C831-3EEE2FC49786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9228309-D897-6466-6DCA-0041CDD0E654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E4818D8-415E-473F-8BC3-E181BE70EA8E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3D74216-05EB-81F9-5FF2-A04A2E1619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7DE4F577-CCDD-4D39-4BDB-959A0C81DA2B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111FF909-5BFE-F553-A9A9-F379D179B373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DCA604-DDB1-84E1-20BA-3C30E3875B42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823132E-4C09-6130-B040-27D536789369}"/>
              </a:ext>
            </a:extLst>
          </p:cNvPr>
          <p:cNvCxnSpPr>
            <a:cxnSpLocks/>
          </p:cNvCxnSpPr>
          <p:nvPr/>
        </p:nvCxnSpPr>
        <p:spPr>
          <a:xfrm>
            <a:off x="6738165" y="3101028"/>
            <a:ext cx="100439" cy="714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DCED330-D698-3CD9-478D-60C71CFFE4DF}"/>
              </a:ext>
            </a:extLst>
          </p:cNvPr>
          <p:cNvCxnSpPr>
            <a:cxnSpLocks/>
          </p:cNvCxnSpPr>
          <p:nvPr/>
        </p:nvCxnSpPr>
        <p:spPr>
          <a:xfrm flipV="1">
            <a:off x="6386067" y="2611274"/>
            <a:ext cx="582342" cy="1193851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58110F3-9F90-2967-956E-62F236064162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5E8ECF-A14C-4482-3236-A62B6ED07609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69B93FA-A836-15A2-8422-D8E6F6EB975C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8360D6E-B40A-540D-2A51-56D95A9AEF3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EBC8218-1154-75CC-32C1-1D312C3ABE7B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0695FF3A-421D-FEBC-16A2-C6BF92F47D79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Straight Arrow Connector 39">
            <a:extLst>
              <a:ext uri="{FF2B5EF4-FFF2-40B4-BE49-F238E27FC236}">
                <a16:creationId xmlns:a16="http://schemas.microsoft.com/office/drawing/2014/main" id="{11C1B729-71AF-E499-8D77-0743BB9453EB}"/>
              </a:ext>
            </a:extLst>
          </p:cNvPr>
          <p:cNvCxnSpPr>
            <a:cxnSpLocks/>
          </p:cNvCxnSpPr>
          <p:nvPr/>
        </p:nvCxnSpPr>
        <p:spPr>
          <a:xfrm>
            <a:off x="6838604" y="3780873"/>
            <a:ext cx="479291" cy="757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40">
            <a:extLst>
              <a:ext uri="{FF2B5EF4-FFF2-40B4-BE49-F238E27FC236}">
                <a16:creationId xmlns:a16="http://schemas.microsoft.com/office/drawing/2014/main" id="{32E592DE-1510-3F3F-5820-0CE8A2840572}"/>
              </a:ext>
            </a:extLst>
          </p:cNvPr>
          <p:cNvCxnSpPr>
            <a:cxnSpLocks/>
          </p:cNvCxnSpPr>
          <p:nvPr/>
        </p:nvCxnSpPr>
        <p:spPr>
          <a:xfrm flipH="1" flipV="1">
            <a:off x="6808997" y="2721898"/>
            <a:ext cx="56327" cy="1648489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34">
            <a:extLst>
              <a:ext uri="{FF2B5EF4-FFF2-40B4-BE49-F238E27FC236}">
                <a16:creationId xmlns:a16="http://schemas.microsoft.com/office/drawing/2014/main" id="{287BF06D-E5D3-14D7-4367-5633832A9E6C}"/>
              </a:ext>
            </a:extLst>
          </p:cNvPr>
          <p:cNvSpPr txBox="1"/>
          <p:nvPr/>
        </p:nvSpPr>
        <p:spPr>
          <a:xfrm>
            <a:off x="6778196" y="3176810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56" name="Freeform: Shape 35">
            <a:extLst>
              <a:ext uri="{FF2B5EF4-FFF2-40B4-BE49-F238E27FC236}">
                <a16:creationId xmlns:a16="http://schemas.microsoft.com/office/drawing/2014/main" id="{718C072A-79B7-E8E6-2EFE-E27A6A8BF9F2}"/>
              </a:ext>
            </a:extLst>
          </p:cNvPr>
          <p:cNvSpPr/>
          <p:nvPr/>
        </p:nvSpPr>
        <p:spPr>
          <a:xfrm rot="12316830">
            <a:off x="6783156" y="3267757"/>
            <a:ext cx="51832" cy="55696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934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E1CD74A-F737-D5D1-554B-70604072A7E3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67F52-3B59-05D8-ABAB-EABB44C8059D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259DBD-9E4D-4CC2-BE54-2818D54D0DEF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171B55-E2D9-CB95-0358-6F3DC77B8F29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95D5CF-252B-3FA6-9ACC-88CEA6D1F1B1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5D5FE-54C5-6F8A-E447-040355450C1F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5E283A-093A-FB76-0A34-F470FCF62CEA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1FB1E9-7425-2D48-5201-E3CD6A91171E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1D44DA-3B20-BA49-6B9B-F417DECF01FC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D3E61E5-18F8-6307-9D1F-99A44501E02F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22EEB3-9C8E-EB00-0555-56FAFEE6E44C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9B83F-2574-D5EF-8F4C-7699F3AB710E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236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6BB5F-6D76-3735-F631-64DB3A86C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92358"/>
            <a:ext cx="5696745" cy="31341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767D0-4433-CD71-E66E-E5B50F3EB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425" y="2792358"/>
            <a:ext cx="5860575" cy="28431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D4E51C-9E36-37CB-B5B6-49229FB85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25" y="-101047"/>
            <a:ext cx="11557320" cy="289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54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A489AF-E837-9982-E5AC-FB7663DA3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9178"/>
            <a:ext cx="12192000" cy="34396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A9D52A-AF4E-1080-2C81-0AA569F608D2}"/>
              </a:ext>
            </a:extLst>
          </p:cNvPr>
          <p:cNvSpPr txBox="1"/>
          <p:nvPr/>
        </p:nvSpPr>
        <p:spPr>
          <a:xfrm>
            <a:off x="184484" y="1339846"/>
            <a:ext cx="6162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400G-ZR/ZR+</a:t>
            </a:r>
            <a:r>
              <a:rPr lang="ja-JP" altLang="en-US" dirty="0"/>
              <a:t>とは？</a:t>
            </a:r>
          </a:p>
        </p:txBody>
      </p:sp>
    </p:spTree>
    <p:extLst>
      <p:ext uri="{BB962C8B-B14F-4D97-AF65-F5344CB8AC3E}">
        <p14:creationId xmlns:p14="http://schemas.microsoft.com/office/powerpoint/2010/main" val="1916245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1A0CB-9278-FB5E-2CE4-D9AF5285D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D0AF85B-32BB-9CF0-A26B-024C4F8F4DA0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04036EB-B3B7-2796-197B-3DFA267B8911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6AE2C9-EDEC-4F2C-6B59-CA7EDA86C274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3686175" y="1981200"/>
            <a:ext cx="5815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89FD3-1CB9-AAA8-0969-12D0AFECF816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59812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7D5879B-5B35-067F-01E2-B62B34C164C0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BCC03-9C2D-9ACD-66E7-0CF58B8994E9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49A6541-A0BB-A427-8D2D-6F11B8EE0F12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349CCE-19D0-ABC0-9E02-3DDC1F4BF859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0AB565-9E4A-29AE-3D3E-AA1FA1293C7B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ADAD0E8-3CD1-93DC-0B6F-253477E65E11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DCFA8B-A69D-6AD1-893B-2C2D9CF76E33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86978B-3C32-CEB5-9771-EF4EB75974B8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DA312E9E-08BD-40B9-3E30-8EA145F9C634}"/>
              </a:ext>
            </a:extLst>
          </p:cNvPr>
          <p:cNvCxnSpPr>
            <a:cxnSpLocks/>
            <a:stCxn id="5" idx="0"/>
          </p:cNvCxnSpPr>
          <p:nvPr/>
        </p:nvCxnSpPr>
        <p:spPr>
          <a:xfrm>
            <a:off x="3651716" y="2495550"/>
            <a:ext cx="580371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32AFEE0-9F31-6713-F97F-59C2210F12E2}"/>
              </a:ext>
            </a:extLst>
          </p:cNvPr>
          <p:cNvCxnSpPr>
            <a:cxnSpLocks/>
          </p:cNvCxnSpPr>
          <p:nvPr/>
        </p:nvCxnSpPr>
        <p:spPr>
          <a:xfrm>
            <a:off x="3651716" y="3552784"/>
            <a:ext cx="596936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4">
            <a:extLst>
              <a:ext uri="{FF2B5EF4-FFF2-40B4-BE49-F238E27FC236}">
                <a16:creationId xmlns:a16="http://schemas.microsoft.com/office/drawing/2014/main" id="{83FD3DB5-19E4-3FCC-22A3-F9F8A4FE7211}"/>
              </a:ext>
            </a:extLst>
          </p:cNvPr>
          <p:cNvSpPr/>
          <p:nvPr/>
        </p:nvSpPr>
        <p:spPr>
          <a:xfrm>
            <a:off x="8382871" y="2495550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Oval 4">
            <a:extLst>
              <a:ext uri="{FF2B5EF4-FFF2-40B4-BE49-F238E27FC236}">
                <a16:creationId xmlns:a16="http://schemas.microsoft.com/office/drawing/2014/main" id="{E168952E-433B-1F90-F5D4-5DA21FCFBE26}"/>
              </a:ext>
            </a:extLst>
          </p:cNvPr>
          <p:cNvSpPr/>
          <p:nvPr/>
        </p:nvSpPr>
        <p:spPr>
          <a:xfrm>
            <a:off x="7701814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4">
            <a:extLst>
              <a:ext uri="{FF2B5EF4-FFF2-40B4-BE49-F238E27FC236}">
                <a16:creationId xmlns:a16="http://schemas.microsoft.com/office/drawing/2014/main" id="{E7AC7E87-E228-D025-A0CE-F1770156BE28}"/>
              </a:ext>
            </a:extLst>
          </p:cNvPr>
          <p:cNvSpPr/>
          <p:nvPr/>
        </p:nvSpPr>
        <p:spPr>
          <a:xfrm>
            <a:off x="6980895" y="2493222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Oval 4">
            <a:extLst>
              <a:ext uri="{FF2B5EF4-FFF2-40B4-BE49-F238E27FC236}">
                <a16:creationId xmlns:a16="http://schemas.microsoft.com/office/drawing/2014/main" id="{71D2D838-CEC3-A7E7-01E8-7F43A7074F83}"/>
              </a:ext>
            </a:extLst>
          </p:cNvPr>
          <p:cNvSpPr/>
          <p:nvPr/>
        </p:nvSpPr>
        <p:spPr>
          <a:xfrm>
            <a:off x="6226086" y="2499067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Oval 4">
            <a:extLst>
              <a:ext uri="{FF2B5EF4-FFF2-40B4-BE49-F238E27FC236}">
                <a16:creationId xmlns:a16="http://schemas.microsoft.com/office/drawing/2014/main" id="{E70D00BF-2DA4-B210-B70F-331637E1798E}"/>
              </a:ext>
            </a:extLst>
          </p:cNvPr>
          <p:cNvSpPr/>
          <p:nvPr/>
        </p:nvSpPr>
        <p:spPr>
          <a:xfrm>
            <a:off x="5505167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4B175DA7-3ED6-430B-F907-180649D80370}"/>
              </a:ext>
            </a:extLst>
          </p:cNvPr>
          <p:cNvCxnSpPr>
            <a:cxnSpLocks/>
          </p:cNvCxnSpPr>
          <p:nvPr/>
        </p:nvCxnSpPr>
        <p:spPr>
          <a:xfrm flipV="1">
            <a:off x="5733731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E661173F-737E-9D38-0A7D-73522C19C8CE}"/>
              </a:ext>
            </a:extLst>
          </p:cNvPr>
          <p:cNvCxnSpPr>
            <a:cxnSpLocks/>
          </p:cNvCxnSpPr>
          <p:nvPr/>
        </p:nvCxnSpPr>
        <p:spPr>
          <a:xfrm flipV="1">
            <a:off x="8604692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6C5C2136-BF76-C1E2-E81D-0519B6F0C3C0}"/>
              </a:ext>
            </a:extLst>
          </p:cNvPr>
          <p:cNvCxnSpPr/>
          <p:nvPr/>
        </p:nvCxnSpPr>
        <p:spPr>
          <a:xfrm>
            <a:off x="5733731" y="4518991"/>
            <a:ext cx="2890839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388989A-2EB6-A86C-015D-D2A8792D4FCF}"/>
              </a:ext>
            </a:extLst>
          </p:cNvPr>
          <p:cNvSpPr txBox="1"/>
          <p:nvPr/>
        </p:nvSpPr>
        <p:spPr>
          <a:xfrm>
            <a:off x="6129987" y="4610018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" panose="02020603050405020304" pitchFamily="18" charset="0"/>
                <a:cs typeface="times" panose="02020603050405020304" pitchFamily="18" charset="0"/>
              </a:rPr>
              <a:t>Bragg gratings length</a:t>
            </a:r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2B0282C4-34AC-42E7-8F53-F6A4BE656C29}"/>
              </a:ext>
            </a:extLst>
          </p:cNvPr>
          <p:cNvSpPr/>
          <p:nvPr/>
        </p:nvSpPr>
        <p:spPr>
          <a:xfrm>
            <a:off x="4582767" y="2855860"/>
            <a:ext cx="5084694" cy="280034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矢印: 右 38">
            <a:extLst>
              <a:ext uri="{FF2B5EF4-FFF2-40B4-BE49-F238E27FC236}">
                <a16:creationId xmlns:a16="http://schemas.microsoft.com/office/drawing/2014/main" id="{B2C1686C-695C-F70C-BAD6-9341B75390C3}"/>
              </a:ext>
            </a:extLst>
          </p:cNvPr>
          <p:cNvSpPr/>
          <p:nvPr/>
        </p:nvSpPr>
        <p:spPr>
          <a:xfrm rot="10800000">
            <a:off x="4616183" y="2701473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566FF6FB-E984-DC3B-B409-0BA5913CC6E7}"/>
              </a:ext>
            </a:extLst>
          </p:cNvPr>
          <p:cNvSpPr/>
          <p:nvPr/>
        </p:nvSpPr>
        <p:spPr>
          <a:xfrm rot="9551747">
            <a:off x="5981994" y="255000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矢印: 右 41">
            <a:extLst>
              <a:ext uri="{FF2B5EF4-FFF2-40B4-BE49-F238E27FC236}">
                <a16:creationId xmlns:a16="http://schemas.microsoft.com/office/drawing/2014/main" id="{E142564C-0FCF-0D7A-D946-221C2AD988A1}"/>
              </a:ext>
            </a:extLst>
          </p:cNvPr>
          <p:cNvSpPr/>
          <p:nvPr/>
        </p:nvSpPr>
        <p:spPr>
          <a:xfrm rot="9551747">
            <a:off x="6777175" y="2550004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5464174D-F154-823A-BAC4-982B62E22CF0}"/>
              </a:ext>
            </a:extLst>
          </p:cNvPr>
          <p:cNvSpPr/>
          <p:nvPr/>
        </p:nvSpPr>
        <p:spPr>
          <a:xfrm rot="9551747">
            <a:off x="7514837" y="2550003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矢印: 右 43">
            <a:extLst>
              <a:ext uri="{FF2B5EF4-FFF2-40B4-BE49-F238E27FC236}">
                <a16:creationId xmlns:a16="http://schemas.microsoft.com/office/drawing/2014/main" id="{2893BB8A-D5AA-CBBB-7565-CAD84FAD3F87}"/>
              </a:ext>
            </a:extLst>
          </p:cNvPr>
          <p:cNvSpPr/>
          <p:nvPr/>
        </p:nvSpPr>
        <p:spPr>
          <a:xfrm rot="9551747">
            <a:off x="8194341" y="255567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矢印: 右 44">
            <a:extLst>
              <a:ext uri="{FF2B5EF4-FFF2-40B4-BE49-F238E27FC236}">
                <a16:creationId xmlns:a16="http://schemas.microsoft.com/office/drawing/2014/main" id="{4A61DF6C-59C8-6394-3BA1-940CCE4B8314}"/>
              </a:ext>
            </a:extLst>
          </p:cNvPr>
          <p:cNvSpPr/>
          <p:nvPr/>
        </p:nvSpPr>
        <p:spPr>
          <a:xfrm rot="9551747">
            <a:off x="5258766" y="2543088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矢印: 右 45">
            <a:extLst>
              <a:ext uri="{FF2B5EF4-FFF2-40B4-BE49-F238E27FC236}">
                <a16:creationId xmlns:a16="http://schemas.microsoft.com/office/drawing/2014/main" id="{29DB7FD7-AD53-9045-387F-947A1994C533}"/>
              </a:ext>
            </a:extLst>
          </p:cNvPr>
          <p:cNvSpPr/>
          <p:nvPr/>
        </p:nvSpPr>
        <p:spPr>
          <a:xfrm rot="10800000">
            <a:off x="4629182" y="3177889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6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485933C-CB95-47C5-8504-790EE28B0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650" y="1268413"/>
            <a:ext cx="5715000" cy="380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0935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14CC4C9-79AC-AC4A-2FA0-0C87D8914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27" y="0"/>
            <a:ext cx="7059526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682CF8-21B5-9BFA-D0EE-75A936A6A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271" y="3166946"/>
            <a:ext cx="5673241" cy="290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09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74775-85D3-DEC7-80CF-A1A46A67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5691FE4-DF2D-5559-87D6-1433A363A2B8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40206C6-DB7F-5EDE-1119-40A0C8D0047C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89C756-FD0C-FBD6-D7E6-896F1E5E52C4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748463-83A2-0A85-13A5-BF2BFC6D271F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F3E2025-3C17-B7C3-E36B-E13135599FF8}"/>
              </a:ext>
            </a:extLst>
          </p:cNvPr>
          <p:cNvCxnSpPr>
            <a:cxnSpLocks/>
          </p:cNvCxnSpPr>
          <p:nvPr/>
        </p:nvCxnSpPr>
        <p:spPr>
          <a:xfrm>
            <a:off x="4425950" y="3088685"/>
            <a:ext cx="3536950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E6C44CD-9B71-F884-FF76-12A1D008AF79}"/>
              </a:ext>
            </a:extLst>
          </p:cNvPr>
          <p:cNvCxnSpPr>
            <a:cxnSpLocks/>
          </p:cNvCxnSpPr>
          <p:nvPr/>
        </p:nvCxnSpPr>
        <p:spPr>
          <a:xfrm flipV="1">
            <a:off x="3683918" y="1498600"/>
            <a:ext cx="0" cy="349885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9FEC1D7-440D-5E2A-7EED-EF419BE69125}"/>
              </a:ext>
            </a:extLst>
          </p:cNvPr>
          <p:cNvSpPr txBox="1"/>
          <p:nvPr/>
        </p:nvSpPr>
        <p:spPr>
          <a:xfrm>
            <a:off x="3533877" y="108455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933B71-7ACB-C1A1-34FF-889442FA1DC5}"/>
              </a:ext>
            </a:extLst>
          </p:cNvPr>
          <p:cNvSpPr txBox="1"/>
          <p:nvPr/>
        </p:nvSpPr>
        <p:spPr>
          <a:xfrm>
            <a:off x="2667607" y="17964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F9845A-C1C0-0CD0-DB34-DBACAF9D5F39}"/>
              </a:ext>
            </a:extLst>
          </p:cNvPr>
          <p:cNvSpPr txBox="1"/>
          <p:nvPr/>
        </p:nvSpPr>
        <p:spPr>
          <a:xfrm>
            <a:off x="7675642" y="300464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6" name="Straight Arrow Connector 19">
            <a:extLst>
              <a:ext uri="{FF2B5EF4-FFF2-40B4-BE49-F238E27FC236}">
                <a16:creationId xmlns:a16="http://schemas.microsoft.com/office/drawing/2014/main" id="{43847AF3-BC75-F544-3FC0-463A2872051C}"/>
              </a:ext>
            </a:extLst>
          </p:cNvPr>
          <p:cNvCxnSpPr>
            <a:cxnSpLocks/>
          </p:cNvCxnSpPr>
          <p:nvPr/>
        </p:nvCxnSpPr>
        <p:spPr>
          <a:xfrm>
            <a:off x="2946400" y="2165778"/>
            <a:ext cx="2011715" cy="2446487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19">
            <a:extLst>
              <a:ext uri="{FF2B5EF4-FFF2-40B4-BE49-F238E27FC236}">
                <a16:creationId xmlns:a16="http://schemas.microsoft.com/office/drawing/2014/main" id="{7DCEB1A5-46F8-6541-555F-988B41B21EF2}"/>
              </a:ext>
            </a:extLst>
          </p:cNvPr>
          <p:cNvCxnSpPr>
            <a:cxnSpLocks/>
          </p:cNvCxnSpPr>
          <p:nvPr/>
        </p:nvCxnSpPr>
        <p:spPr>
          <a:xfrm>
            <a:off x="3683918" y="3074953"/>
            <a:ext cx="336564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DF4971A3-139E-3877-3B8B-3E6F2B1F5C92}"/>
              </a:ext>
            </a:extLst>
          </p:cNvPr>
          <p:cNvGrpSpPr/>
          <p:nvPr/>
        </p:nvGrpSpPr>
        <p:grpSpPr>
          <a:xfrm rot="378356">
            <a:off x="1830944" y="1847269"/>
            <a:ext cx="3674235" cy="2561673"/>
            <a:chOff x="1845071" y="1861618"/>
            <a:chExt cx="3674235" cy="2561673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C7E9838-FCBF-ECCF-C53F-8AF1E6AA39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5071" y="3056062"/>
              <a:ext cx="1888729" cy="136722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22">
              <a:extLst>
                <a:ext uri="{FF2B5EF4-FFF2-40B4-BE49-F238E27FC236}">
                  <a16:creationId xmlns:a16="http://schemas.microsoft.com/office/drawing/2014/main" id="{3C4257F4-7E7E-9775-6750-7311AAA212EC}"/>
                </a:ext>
              </a:extLst>
            </p:cNvPr>
            <p:cNvCxnSpPr>
              <a:cxnSpLocks/>
            </p:cNvCxnSpPr>
            <p:nvPr/>
          </p:nvCxnSpPr>
          <p:spPr>
            <a:xfrm rot="21221644" flipV="1">
              <a:off x="4308375" y="1861618"/>
              <a:ext cx="1210931" cy="68774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22">
              <a:extLst>
                <a:ext uri="{FF2B5EF4-FFF2-40B4-BE49-F238E27FC236}">
                  <a16:creationId xmlns:a16="http://schemas.microsoft.com/office/drawing/2014/main" id="{775EA508-FBCF-6B3C-36C8-419E2B3AF7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0367" y="2609702"/>
              <a:ext cx="649919" cy="470469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ot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막힌 원호 48">
            <a:extLst>
              <a:ext uri="{FF2B5EF4-FFF2-40B4-BE49-F238E27FC236}">
                <a16:creationId xmlns:a16="http://schemas.microsoft.com/office/drawing/2014/main" id="{EAE6A2E7-CB09-B3D8-6EB4-EAFC6C94CBEA}"/>
              </a:ext>
            </a:extLst>
          </p:cNvPr>
          <p:cNvSpPr/>
          <p:nvPr/>
        </p:nvSpPr>
        <p:spPr>
          <a:xfrm rot="4701866">
            <a:off x="4289355" y="2759001"/>
            <a:ext cx="448730" cy="227548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/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Oval 3">
            <a:extLst>
              <a:ext uri="{FF2B5EF4-FFF2-40B4-BE49-F238E27FC236}">
                <a16:creationId xmlns:a16="http://schemas.microsoft.com/office/drawing/2014/main" id="{04F0E248-FD46-0947-6ADF-5FD6A3554832}"/>
              </a:ext>
            </a:extLst>
          </p:cNvPr>
          <p:cNvSpPr/>
          <p:nvPr/>
        </p:nvSpPr>
        <p:spPr>
          <a:xfrm>
            <a:off x="8356032" y="1981200"/>
            <a:ext cx="2102457" cy="21209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9" name="Straight Arrow Connector 19">
            <a:extLst>
              <a:ext uri="{FF2B5EF4-FFF2-40B4-BE49-F238E27FC236}">
                <a16:creationId xmlns:a16="http://schemas.microsoft.com/office/drawing/2014/main" id="{07AA4956-8D9D-7220-8E92-5C9539CC0F5C}"/>
              </a:ext>
            </a:extLst>
          </p:cNvPr>
          <p:cNvCxnSpPr>
            <a:cxnSpLocks/>
          </p:cNvCxnSpPr>
          <p:nvPr/>
        </p:nvCxnSpPr>
        <p:spPr>
          <a:xfrm flipH="1">
            <a:off x="9407260" y="308760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20">
            <a:extLst>
              <a:ext uri="{FF2B5EF4-FFF2-40B4-BE49-F238E27FC236}">
                <a16:creationId xmlns:a16="http://schemas.microsoft.com/office/drawing/2014/main" id="{8930364A-A9FF-9496-AD49-BFB97F81A8B0}"/>
              </a:ext>
            </a:extLst>
          </p:cNvPr>
          <p:cNvCxnSpPr>
            <a:cxnSpLocks/>
          </p:cNvCxnSpPr>
          <p:nvPr/>
        </p:nvCxnSpPr>
        <p:spPr>
          <a:xfrm flipV="1">
            <a:off x="9407260" y="101874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09F1BFA-7BE1-387D-8CEE-81974AE0BA44}"/>
              </a:ext>
            </a:extLst>
          </p:cNvPr>
          <p:cNvSpPr txBox="1"/>
          <p:nvPr/>
        </p:nvSpPr>
        <p:spPr>
          <a:xfrm>
            <a:off x="11006380" y="282883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0665A2-4987-7290-FD08-E704DC4A8848}"/>
              </a:ext>
            </a:extLst>
          </p:cNvPr>
          <p:cNvSpPr txBox="1"/>
          <p:nvPr/>
        </p:nvSpPr>
        <p:spPr>
          <a:xfrm>
            <a:off x="9407259" y="8549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8" name="Straight Arrow Connector 22">
            <a:extLst>
              <a:ext uri="{FF2B5EF4-FFF2-40B4-BE49-F238E27FC236}">
                <a16:creationId xmlns:a16="http://schemas.microsoft.com/office/drawing/2014/main" id="{128CB1F6-D5ED-EBDA-EFA2-EB8394DBC06D}"/>
              </a:ext>
            </a:extLst>
          </p:cNvPr>
          <p:cNvCxnSpPr>
            <a:cxnSpLocks/>
          </p:cNvCxnSpPr>
          <p:nvPr/>
        </p:nvCxnSpPr>
        <p:spPr>
          <a:xfrm flipH="1" flipV="1">
            <a:off x="8656114" y="282883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19">
            <a:extLst>
              <a:ext uri="{FF2B5EF4-FFF2-40B4-BE49-F238E27FC236}">
                <a16:creationId xmlns:a16="http://schemas.microsoft.com/office/drawing/2014/main" id="{EF37BE50-DEEA-C125-46D1-A214E377EC9F}"/>
              </a:ext>
            </a:extLst>
          </p:cNvPr>
          <p:cNvCxnSpPr>
            <a:cxnSpLocks/>
          </p:cNvCxnSpPr>
          <p:nvPr/>
        </p:nvCxnSpPr>
        <p:spPr>
          <a:xfrm flipV="1">
            <a:off x="8278622" y="305973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33DF3E19-ED93-CFF2-CAB8-19358F785F2D}"/>
              </a:ext>
            </a:extLst>
          </p:cNvPr>
          <p:cNvSpPr txBox="1"/>
          <p:nvPr/>
        </p:nvSpPr>
        <p:spPr>
          <a:xfrm>
            <a:off x="8356032" y="448968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89" name="Straight Arrow Connector 22">
            <a:extLst>
              <a:ext uri="{FF2B5EF4-FFF2-40B4-BE49-F238E27FC236}">
                <a16:creationId xmlns:a16="http://schemas.microsoft.com/office/drawing/2014/main" id="{BF502816-8DA5-6B94-2449-B3934F2C0BDE}"/>
              </a:ext>
            </a:extLst>
          </p:cNvPr>
          <p:cNvCxnSpPr>
            <a:cxnSpLocks/>
          </p:cNvCxnSpPr>
          <p:nvPr/>
        </p:nvCxnSpPr>
        <p:spPr>
          <a:xfrm flipH="1" flipV="1">
            <a:off x="8697575" y="2812982"/>
            <a:ext cx="409605" cy="68660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22">
            <a:extLst>
              <a:ext uri="{FF2B5EF4-FFF2-40B4-BE49-F238E27FC236}">
                <a16:creationId xmlns:a16="http://schemas.microsoft.com/office/drawing/2014/main" id="{A8A60320-A828-602D-203C-160DC05BF21E}"/>
              </a:ext>
            </a:extLst>
          </p:cNvPr>
          <p:cNvCxnSpPr>
            <a:cxnSpLocks/>
          </p:cNvCxnSpPr>
          <p:nvPr/>
        </p:nvCxnSpPr>
        <p:spPr>
          <a:xfrm flipH="1">
            <a:off x="8708367" y="2401697"/>
            <a:ext cx="359659" cy="39775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22">
            <a:extLst>
              <a:ext uri="{FF2B5EF4-FFF2-40B4-BE49-F238E27FC236}">
                <a16:creationId xmlns:a16="http://schemas.microsoft.com/office/drawing/2014/main" id="{352E1FEB-FA89-2EAC-20D9-DCCC35FFF44A}"/>
              </a:ext>
            </a:extLst>
          </p:cNvPr>
          <p:cNvCxnSpPr>
            <a:cxnSpLocks/>
          </p:cNvCxnSpPr>
          <p:nvPr/>
        </p:nvCxnSpPr>
        <p:spPr>
          <a:xfrm flipH="1" flipV="1">
            <a:off x="9049345" y="2401697"/>
            <a:ext cx="337977" cy="639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22">
            <a:extLst>
              <a:ext uri="{FF2B5EF4-FFF2-40B4-BE49-F238E27FC236}">
                <a16:creationId xmlns:a16="http://schemas.microsoft.com/office/drawing/2014/main" id="{0088F283-D1DA-E896-1D30-667CAE9E6630}"/>
              </a:ext>
            </a:extLst>
          </p:cNvPr>
          <p:cNvCxnSpPr>
            <a:cxnSpLocks/>
          </p:cNvCxnSpPr>
          <p:nvPr/>
        </p:nvCxnSpPr>
        <p:spPr>
          <a:xfrm flipH="1">
            <a:off x="9092902" y="3076936"/>
            <a:ext cx="294420" cy="4099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막힌 원호 124">
            <a:extLst>
              <a:ext uri="{FF2B5EF4-FFF2-40B4-BE49-F238E27FC236}">
                <a16:creationId xmlns:a16="http://schemas.microsoft.com/office/drawing/2014/main" id="{0FB9D7C2-9769-B207-1E1E-B832102DED82}"/>
              </a:ext>
            </a:extLst>
          </p:cNvPr>
          <p:cNvSpPr/>
          <p:nvPr/>
        </p:nvSpPr>
        <p:spPr>
          <a:xfrm rot="14184790">
            <a:off x="9078423" y="305922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/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blipFill>
                <a:blip r:embed="rId3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화살표: 아래쪽 127">
            <a:extLst>
              <a:ext uri="{FF2B5EF4-FFF2-40B4-BE49-F238E27FC236}">
                <a16:creationId xmlns:a16="http://schemas.microsoft.com/office/drawing/2014/main" id="{FC119CFB-B418-0535-E9DD-634691D8BA00}"/>
              </a:ext>
            </a:extLst>
          </p:cNvPr>
          <p:cNvSpPr/>
          <p:nvPr/>
        </p:nvSpPr>
        <p:spPr>
          <a:xfrm rot="3217201">
            <a:off x="4078016" y="1128800"/>
            <a:ext cx="460574" cy="990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B67F157-820A-3D3A-B29F-F2AF00FC54D1}"/>
              </a:ext>
            </a:extLst>
          </p:cNvPr>
          <p:cNvSpPr txBox="1"/>
          <p:nvPr/>
        </p:nvSpPr>
        <p:spPr>
          <a:xfrm>
            <a:off x="4711605" y="1082534"/>
            <a:ext cx="401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Look at from this perspective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/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blipFill>
                <a:blip r:embed="rId4"/>
                <a:stretch>
                  <a:fillRect l="-31373" t="-3125" r="-29412" b="-32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/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blipFill>
                <a:blip r:embed="rId5"/>
                <a:stretch>
                  <a:fillRect l="-9412" r="-117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5363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BC226BDC-0CB6-26DE-991B-89CA9E79C5E9}"/>
              </a:ext>
            </a:extLst>
          </p:cNvPr>
          <p:cNvSpPr/>
          <p:nvPr/>
        </p:nvSpPr>
        <p:spPr>
          <a:xfrm>
            <a:off x="2597150" y="810635"/>
            <a:ext cx="2997200" cy="4749800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19">
            <a:extLst>
              <a:ext uri="{FF2B5EF4-FFF2-40B4-BE49-F238E27FC236}">
                <a16:creationId xmlns:a16="http://schemas.microsoft.com/office/drawing/2014/main" id="{523D071C-121D-A032-2720-D28BF21A1251}"/>
              </a:ext>
            </a:extLst>
          </p:cNvPr>
          <p:cNvCxnSpPr>
            <a:cxnSpLocks/>
          </p:cNvCxnSpPr>
          <p:nvPr/>
        </p:nvCxnSpPr>
        <p:spPr>
          <a:xfrm flipH="1">
            <a:off x="4196798" y="347495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20">
            <a:extLst>
              <a:ext uri="{FF2B5EF4-FFF2-40B4-BE49-F238E27FC236}">
                <a16:creationId xmlns:a16="http://schemas.microsoft.com/office/drawing/2014/main" id="{DF332429-EE6C-28DC-FEFB-88421ED4E9D2}"/>
              </a:ext>
            </a:extLst>
          </p:cNvPr>
          <p:cNvCxnSpPr>
            <a:cxnSpLocks/>
          </p:cNvCxnSpPr>
          <p:nvPr/>
        </p:nvCxnSpPr>
        <p:spPr>
          <a:xfrm flipV="1">
            <a:off x="4196798" y="140609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2F6E254-9F7D-C8C6-CBF1-DEE83AD4D96D}"/>
              </a:ext>
            </a:extLst>
          </p:cNvPr>
          <p:cNvSpPr txBox="1"/>
          <p:nvPr/>
        </p:nvSpPr>
        <p:spPr>
          <a:xfrm>
            <a:off x="5795918" y="32161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FB2F9-CEEF-5C71-38C6-B799E7956BA7}"/>
              </a:ext>
            </a:extLst>
          </p:cNvPr>
          <p:cNvSpPr txBox="1"/>
          <p:nvPr/>
        </p:nvSpPr>
        <p:spPr>
          <a:xfrm>
            <a:off x="4196797" y="124229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9" name="Straight Arrow Connector 22">
            <a:extLst>
              <a:ext uri="{FF2B5EF4-FFF2-40B4-BE49-F238E27FC236}">
                <a16:creationId xmlns:a16="http://schemas.microsoft.com/office/drawing/2014/main" id="{D51E3D2A-D8EB-0221-0D95-E2EDDF890051}"/>
              </a:ext>
            </a:extLst>
          </p:cNvPr>
          <p:cNvCxnSpPr>
            <a:cxnSpLocks/>
          </p:cNvCxnSpPr>
          <p:nvPr/>
        </p:nvCxnSpPr>
        <p:spPr>
          <a:xfrm flipH="1" flipV="1">
            <a:off x="3445652" y="321618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19">
            <a:extLst>
              <a:ext uri="{FF2B5EF4-FFF2-40B4-BE49-F238E27FC236}">
                <a16:creationId xmlns:a16="http://schemas.microsoft.com/office/drawing/2014/main" id="{B9FD379B-DBBB-FF5A-A185-5907F4F2BF8D}"/>
              </a:ext>
            </a:extLst>
          </p:cNvPr>
          <p:cNvCxnSpPr>
            <a:cxnSpLocks/>
          </p:cNvCxnSpPr>
          <p:nvPr/>
        </p:nvCxnSpPr>
        <p:spPr>
          <a:xfrm flipV="1">
            <a:off x="3068160" y="344708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631936-F4D8-87D8-2232-104A29320EC1}"/>
              </a:ext>
            </a:extLst>
          </p:cNvPr>
          <p:cNvSpPr txBox="1"/>
          <p:nvPr/>
        </p:nvSpPr>
        <p:spPr>
          <a:xfrm>
            <a:off x="3145570" y="487703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6" name="막힌 원호 15">
            <a:extLst>
              <a:ext uri="{FF2B5EF4-FFF2-40B4-BE49-F238E27FC236}">
                <a16:creationId xmlns:a16="http://schemas.microsoft.com/office/drawing/2014/main" id="{EDF5AAF4-1BED-B736-D163-3561D851422D}"/>
              </a:ext>
            </a:extLst>
          </p:cNvPr>
          <p:cNvSpPr/>
          <p:nvPr/>
        </p:nvSpPr>
        <p:spPr>
          <a:xfrm rot="14184790">
            <a:off x="3867961" y="344657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/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40D37189-5906-ACDA-8E6B-7594B8B30C1D}"/>
              </a:ext>
            </a:extLst>
          </p:cNvPr>
          <p:cNvSpPr/>
          <p:nvPr/>
        </p:nvSpPr>
        <p:spPr>
          <a:xfrm rot="809408">
            <a:off x="1849987" y="995836"/>
            <a:ext cx="4693622" cy="4440704"/>
          </a:xfrm>
          <a:prstGeom prst="parallelogram">
            <a:avLst/>
          </a:prstGeom>
          <a:solidFill>
            <a:srgbClr val="324D66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1C144106-931E-4B17-7E10-56DD87B9924B}"/>
              </a:ext>
            </a:extLst>
          </p:cNvPr>
          <p:cNvCxnSpPr>
            <a:cxnSpLocks/>
          </p:cNvCxnSpPr>
          <p:nvPr/>
        </p:nvCxnSpPr>
        <p:spPr>
          <a:xfrm>
            <a:off x="2597150" y="2527300"/>
            <a:ext cx="2997200" cy="17589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/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𝑇𝐸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blipFill>
                <a:blip r:embed="rId3"/>
                <a:stretch>
                  <a:fillRect l="-9000" r="-2000" b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9866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Props1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90C700-0B54-4769-9477-9FE646BEDBDF}">
  <ds:schemaRefs>
    <ds:schemaRef ds:uri="e5fea337-426f-4878-aaa1-6cc4dbed00d3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83</Words>
  <Application>Microsoft Office PowerPoint</Application>
  <PresentationFormat>ワイド画面</PresentationFormat>
  <Paragraphs>57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20" baseType="lpstr">
      <vt:lpstr>Gungsuh</vt:lpstr>
      <vt:lpstr>游ゴシック</vt:lpstr>
      <vt:lpstr>游ゴシック Light</vt:lpstr>
      <vt:lpstr>Arial</vt:lpstr>
      <vt:lpstr>Cambria Math</vt:lpstr>
      <vt:lpstr>Century</vt:lpstr>
      <vt:lpstr>times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全 香玉</cp:lastModifiedBy>
  <cp:revision>6</cp:revision>
  <dcterms:created xsi:type="dcterms:W3CDTF">2026-04-26T06:05:04Z</dcterms:created>
  <dcterms:modified xsi:type="dcterms:W3CDTF">2026-07-17T03:13:55Z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