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8" r:id="rId8"/>
    <p:sldId id="259" r:id="rId9"/>
    <p:sldId id="260" r:id="rId10"/>
    <p:sldId id="261" r:id="rId11"/>
    <p:sldId id="262" r:id="rId12"/>
    <p:sldId id="263" r:id="rId13"/>
    <p:sldId id="264" r:id="rId14"/>
    <p:sldId id="266" r:id="rId15"/>
    <p:sldId id="274" r:id="rId16"/>
    <p:sldId id="275" r:id="rId17"/>
    <p:sldId id="267" r:id="rId18"/>
    <p:sldId id="272" r:id="rId19"/>
    <p:sldId id="271" r:id="rId20"/>
    <p:sldId id="273" r:id="rId21"/>
  </p:sldIdLst>
  <p:sldSz cx="12192000" cy="6858000"/>
  <p:notesSz cx="7102475" cy="938847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747474"/>
    <a:srgbClr val="ACCAF6"/>
    <a:srgbClr val="FED2FA"/>
    <a:srgbClr val="E8E8E8"/>
    <a:srgbClr val="D1D1D1"/>
    <a:srgbClr val="324D66"/>
    <a:srgbClr val="46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3B93B-076D-4B14-AC4D-A7B074A06377}" v="16" dt="2026-10-20T09:02:40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8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全 香玉" userId="1f3450e5-81b9-4f7a-82d7-841c32c029e0" providerId="ADAL" clId="{670531AC-1667-4F97-B1A6-5D38F8A44A79}"/>
    <pc:docChg chg="undo redo custSel addSld delSld modSld sldOrd">
      <pc:chgData name="全 香玉" userId="1f3450e5-81b9-4f7a-82d7-841c32c029e0" providerId="ADAL" clId="{670531AC-1667-4F97-B1A6-5D38F8A44A79}" dt="2026-10-20T09:03:04.789" v="3014" actId="14100"/>
      <pc:docMkLst>
        <pc:docMk/>
      </pc:docMkLst>
      <pc:sldChg chg="addSp delSp modSp add mod">
        <pc:chgData name="全 香玉" userId="1f3450e5-81b9-4f7a-82d7-841c32c029e0" providerId="ADAL" clId="{670531AC-1667-4F97-B1A6-5D38F8A44A79}" dt="2026-10-20T08:51:57.803" v="2998" actId="478"/>
        <pc:sldMkLst>
          <pc:docMk/>
          <pc:sldMk cId="1716350635" sldId="274"/>
        </pc:sldMkLst>
        <pc:spChg chg="add mod">
          <ac:chgData name="全 香玉" userId="1f3450e5-81b9-4f7a-82d7-841c32c029e0" providerId="ADAL" clId="{670531AC-1667-4F97-B1A6-5D38F8A44A79}" dt="2026-10-20T08:47:23.628" v="2972" actId="1582"/>
          <ac:spMkLst>
            <pc:docMk/>
            <pc:sldMk cId="1716350635" sldId="274"/>
            <ac:spMk id="9" creationId="{70AE7793-06FD-8A1A-807C-89DFAA804681}"/>
          </ac:spMkLst>
        </pc:spChg>
        <pc:spChg chg="add mod">
          <ac:chgData name="全 香玉" userId="1f3450e5-81b9-4f7a-82d7-841c32c029e0" providerId="ADAL" clId="{670531AC-1667-4F97-B1A6-5D38F8A44A79}" dt="2026-10-20T08:47:23.628" v="2972" actId="1582"/>
          <ac:spMkLst>
            <pc:docMk/>
            <pc:sldMk cId="1716350635" sldId="274"/>
            <ac:spMk id="11" creationId="{E5982690-354E-D4A5-02C0-4317D6056134}"/>
          </ac:spMkLst>
        </pc:spChg>
        <pc:spChg chg="mod">
          <ac:chgData name="全 香玉" userId="1f3450e5-81b9-4f7a-82d7-841c32c029e0" providerId="ADAL" clId="{670531AC-1667-4F97-B1A6-5D38F8A44A79}" dt="2026-10-20T08:47:23.628" v="2972" actId="1582"/>
          <ac:spMkLst>
            <pc:docMk/>
            <pc:sldMk cId="1716350635" sldId="274"/>
            <ac:spMk id="14" creationId="{884280DE-560A-7D25-79BD-B939BC49FA38}"/>
          </ac:spMkLst>
        </pc:spChg>
        <pc:spChg chg="mod">
          <ac:chgData name="全 香玉" userId="1f3450e5-81b9-4f7a-82d7-841c32c029e0" providerId="ADAL" clId="{670531AC-1667-4F97-B1A6-5D38F8A44A79}" dt="2026-10-20T08:47:23.628" v="2972" actId="1582"/>
          <ac:spMkLst>
            <pc:docMk/>
            <pc:sldMk cId="1716350635" sldId="274"/>
            <ac:spMk id="15" creationId="{C717B62E-250C-9370-F0F7-391E46F72B02}"/>
          </ac:spMkLst>
        </pc:spChg>
        <pc:spChg chg="add mod">
          <ac:chgData name="全 香玉" userId="1f3450e5-81b9-4f7a-82d7-841c32c029e0" providerId="ADAL" clId="{670531AC-1667-4F97-B1A6-5D38F8A44A79}" dt="2026-10-20T08:36:00.046" v="2850" actId="1076"/>
          <ac:spMkLst>
            <pc:docMk/>
            <pc:sldMk cId="1716350635" sldId="274"/>
            <ac:spMk id="17" creationId="{388240D9-1D48-3EED-7BB1-5B051A29A936}"/>
          </ac:spMkLst>
        </pc:spChg>
        <pc:spChg chg="mod">
          <ac:chgData name="全 香玉" userId="1f3450e5-81b9-4f7a-82d7-841c32c029e0" providerId="ADAL" clId="{670531AC-1667-4F97-B1A6-5D38F8A44A79}" dt="2026-10-20T08:48:03.256" v="2974" actId="208"/>
          <ac:spMkLst>
            <pc:docMk/>
            <pc:sldMk cId="1716350635" sldId="274"/>
            <ac:spMk id="18" creationId="{27219B29-EE0A-025F-6BED-9F46DF836B72}"/>
          </ac:spMkLst>
        </pc:spChg>
        <pc:spChg chg="add mod">
          <ac:chgData name="全 香玉" userId="1f3450e5-81b9-4f7a-82d7-841c32c029e0" providerId="ADAL" clId="{670531AC-1667-4F97-B1A6-5D38F8A44A79}" dt="2026-10-20T08:36:32.690" v="2855" actId="1076"/>
          <ac:spMkLst>
            <pc:docMk/>
            <pc:sldMk cId="1716350635" sldId="274"/>
            <ac:spMk id="19" creationId="{F57FA24F-1BDF-BAD1-A090-50D115FAB0BD}"/>
          </ac:spMkLst>
        </pc:spChg>
        <pc:spChg chg="mod">
          <ac:chgData name="全 香玉" userId="1f3450e5-81b9-4f7a-82d7-841c32c029e0" providerId="ADAL" clId="{670531AC-1667-4F97-B1A6-5D38F8A44A79}" dt="2026-10-20T08:48:03.256" v="2974" actId="208"/>
          <ac:spMkLst>
            <pc:docMk/>
            <pc:sldMk cId="1716350635" sldId="274"/>
            <ac:spMk id="22" creationId="{D24786B3-11B1-C76E-8F30-FD2605F21785}"/>
          </ac:spMkLst>
        </pc:spChg>
        <pc:spChg chg="add mod">
          <ac:chgData name="全 香玉" userId="1f3450e5-81b9-4f7a-82d7-841c32c029e0" providerId="ADAL" clId="{670531AC-1667-4F97-B1A6-5D38F8A44A79}" dt="2026-10-20T08:38:56.642" v="2894" actId="1076"/>
          <ac:spMkLst>
            <pc:docMk/>
            <pc:sldMk cId="1716350635" sldId="274"/>
            <ac:spMk id="30" creationId="{8485A7C4-DFCD-CAEA-D395-42AEA18DC63E}"/>
          </ac:spMkLst>
        </pc:spChg>
        <pc:spChg chg="mod">
          <ac:chgData name="全 香玉" userId="1f3450e5-81b9-4f7a-82d7-841c32c029e0" providerId="ADAL" clId="{670531AC-1667-4F97-B1A6-5D38F8A44A79}" dt="2026-10-20T08:48:03.256" v="2974" actId="208"/>
          <ac:spMkLst>
            <pc:docMk/>
            <pc:sldMk cId="1716350635" sldId="274"/>
            <ac:spMk id="32" creationId="{1CD89612-AFE3-BDF4-042D-19E2A97C464C}"/>
          </ac:spMkLst>
        </pc:spChg>
        <pc:spChg chg="add mod">
          <ac:chgData name="全 香玉" userId="1f3450e5-81b9-4f7a-82d7-841c32c029e0" providerId="ADAL" clId="{670531AC-1667-4F97-B1A6-5D38F8A44A79}" dt="2026-10-20T08:39:11.601" v="2915" actId="1076"/>
          <ac:spMkLst>
            <pc:docMk/>
            <pc:sldMk cId="1716350635" sldId="274"/>
            <ac:spMk id="33" creationId="{08F959DC-22BB-2804-A466-949BE942EBA4}"/>
          </ac:spMkLst>
        </pc:spChg>
        <pc:spChg chg="mod">
          <ac:chgData name="全 香玉" userId="1f3450e5-81b9-4f7a-82d7-841c32c029e0" providerId="ADAL" clId="{670531AC-1667-4F97-B1A6-5D38F8A44A79}" dt="2026-10-20T08:48:03.256" v="2974" actId="208"/>
          <ac:spMkLst>
            <pc:docMk/>
            <pc:sldMk cId="1716350635" sldId="274"/>
            <ac:spMk id="34" creationId="{5776E7E2-CF6C-4D77-EAAB-57ADD4B3441E}"/>
          </ac:spMkLst>
        </pc:spChg>
        <pc:spChg chg="mod">
          <ac:chgData name="全 香玉" userId="1f3450e5-81b9-4f7a-82d7-841c32c029e0" providerId="ADAL" clId="{670531AC-1667-4F97-B1A6-5D38F8A44A79}" dt="2026-10-20T08:35:50.833" v="2848" actId="1076"/>
          <ac:spMkLst>
            <pc:docMk/>
            <pc:sldMk cId="1716350635" sldId="274"/>
            <ac:spMk id="68" creationId="{6D8BA0D4-548F-9F64-3A5C-2F737C68A186}"/>
          </ac:spMkLst>
        </pc:spChg>
        <pc:spChg chg="mod">
          <ac:chgData name="全 香玉" userId="1f3450e5-81b9-4f7a-82d7-841c32c029e0" providerId="ADAL" clId="{670531AC-1667-4F97-B1A6-5D38F8A44A79}" dt="2026-10-20T08:35:28.522" v="2838" actId="1076"/>
          <ac:spMkLst>
            <pc:docMk/>
            <pc:sldMk cId="1716350635" sldId="274"/>
            <ac:spMk id="127" creationId="{4C37C059-7456-41F2-6FB2-21CCF6032028}"/>
          </ac:spMkLst>
        </pc:spChg>
        <pc:spChg chg="mod">
          <ac:chgData name="全 香玉" userId="1f3450e5-81b9-4f7a-82d7-841c32c029e0" providerId="ADAL" clId="{670531AC-1667-4F97-B1A6-5D38F8A44A79}" dt="2026-10-20T08:36:10.722" v="2851" actId="1076"/>
          <ac:spMkLst>
            <pc:docMk/>
            <pc:sldMk cId="1716350635" sldId="274"/>
            <ac:spMk id="131" creationId="{C5C2C5DD-6391-E3D7-1327-2DD30603514B}"/>
          </ac:spMkLst>
        </pc:spChg>
        <pc:grpChg chg="add mod">
          <ac:chgData name="全 香玉" userId="1f3450e5-81b9-4f7a-82d7-841c32c029e0" providerId="ADAL" clId="{670531AC-1667-4F97-B1A6-5D38F8A44A79}" dt="2026-10-20T08:47:16.198" v="2970" actId="207"/>
          <ac:grpSpMkLst>
            <pc:docMk/>
            <pc:sldMk cId="1716350635" sldId="274"/>
            <ac:grpSpMk id="12" creationId="{835C68A6-85C0-4754-9E35-1642FF23AE90}"/>
          </ac:grpSpMkLst>
        </pc:grpChg>
        <pc:grpChg chg="add mod">
          <ac:chgData name="全 香玉" userId="1f3450e5-81b9-4f7a-82d7-841c32c029e0" providerId="ADAL" clId="{670531AC-1667-4F97-B1A6-5D38F8A44A79}" dt="2026-10-20T08:47:16.198" v="2970" actId="207"/>
          <ac:grpSpMkLst>
            <pc:docMk/>
            <pc:sldMk cId="1716350635" sldId="274"/>
            <ac:grpSpMk id="13" creationId="{19AE7C25-F708-FFFD-E1DC-333945E78170}"/>
          </ac:grpSpMkLst>
        </pc:grpChg>
        <pc:grpChg chg="add mod">
          <ac:chgData name="全 香玉" userId="1f3450e5-81b9-4f7a-82d7-841c32c029e0" providerId="ADAL" clId="{670531AC-1667-4F97-B1A6-5D38F8A44A79}" dt="2026-10-20T08:46:58.301" v="2966" actId="1076"/>
          <ac:grpSpMkLst>
            <pc:docMk/>
            <pc:sldMk cId="1716350635" sldId="274"/>
            <ac:grpSpMk id="16" creationId="{354411B5-5B3C-EAC6-5274-1984F81DA293}"/>
          </ac:grpSpMkLst>
        </pc:grpChg>
        <pc:grpChg chg="add mod">
          <ac:chgData name="全 香玉" userId="1f3450e5-81b9-4f7a-82d7-841c32c029e0" providerId="ADAL" clId="{670531AC-1667-4F97-B1A6-5D38F8A44A79}" dt="2026-10-20T08:47:05.248" v="2968" actId="1076"/>
          <ac:grpSpMkLst>
            <pc:docMk/>
            <pc:sldMk cId="1716350635" sldId="274"/>
            <ac:grpSpMk id="25" creationId="{142D1280-1AE5-A23F-5AAD-7C9928AD060F}"/>
          </ac:grpSpMkLst>
        </pc:grpChg>
        <pc:cxnChg chg="add del">
          <ac:chgData name="全 香玉" userId="1f3450e5-81b9-4f7a-82d7-841c32c029e0" providerId="ADAL" clId="{670531AC-1667-4F97-B1A6-5D38F8A44A79}" dt="2026-10-20T08:45:47.281" v="2917" actId="478"/>
          <ac:cxnSpMkLst>
            <pc:docMk/>
            <pc:sldMk cId="1716350635" sldId="274"/>
            <ac:cxnSpMk id="3" creationId="{3CE6AB2E-2AA6-D637-19E2-162F632F4F09}"/>
          </ac:cxnSpMkLst>
        </pc:cxnChg>
        <pc:cxnChg chg="add mod ord">
          <ac:chgData name="全 香玉" userId="1f3450e5-81b9-4f7a-82d7-841c32c029e0" providerId="ADAL" clId="{670531AC-1667-4F97-B1A6-5D38F8A44A79}" dt="2026-10-20T08:37:28.994" v="2861" actId="14100"/>
          <ac:cxnSpMkLst>
            <pc:docMk/>
            <pc:sldMk cId="1716350635" sldId="274"/>
            <ac:cxnSpMk id="24" creationId="{9AD24558-ECC4-D7E6-67C2-EDE4927AAD4C}"/>
          </ac:cxnSpMkLst>
        </pc:cxnChg>
        <pc:cxnChg chg="add mod ord">
          <ac:chgData name="全 香玉" userId="1f3450e5-81b9-4f7a-82d7-841c32c029e0" providerId="ADAL" clId="{670531AC-1667-4F97-B1A6-5D38F8A44A79}" dt="2026-10-20T08:37:41.905" v="2864" actId="167"/>
          <ac:cxnSpMkLst>
            <pc:docMk/>
            <pc:sldMk cId="1716350635" sldId="274"/>
            <ac:cxnSpMk id="29" creationId="{BE7FA2A7-B0B0-1690-6F6F-66A4BE3BF254}"/>
          </ac:cxnSpMkLst>
        </pc:cxnChg>
        <pc:cxnChg chg="add del mod">
          <ac:chgData name="全 香玉" userId="1f3450e5-81b9-4f7a-82d7-841c32c029e0" providerId="ADAL" clId="{670531AC-1667-4F97-B1A6-5D38F8A44A79}" dt="2026-10-20T08:51:55.948" v="2996" actId="478"/>
          <ac:cxnSpMkLst>
            <pc:docMk/>
            <pc:sldMk cId="1716350635" sldId="274"/>
            <ac:cxnSpMk id="35" creationId="{D1469957-DE9E-0544-EF04-D32ECDC82D58}"/>
          </ac:cxnSpMkLst>
        </pc:cxnChg>
        <pc:cxnChg chg="add del mod">
          <ac:chgData name="全 香玉" userId="1f3450e5-81b9-4f7a-82d7-841c32c029e0" providerId="ADAL" clId="{670531AC-1667-4F97-B1A6-5D38F8A44A79}" dt="2026-10-20T08:51:56.988" v="2997" actId="478"/>
          <ac:cxnSpMkLst>
            <pc:docMk/>
            <pc:sldMk cId="1716350635" sldId="274"/>
            <ac:cxnSpMk id="43" creationId="{C0216E69-2DA6-D7C1-E7E6-59DB860D25CC}"/>
          </ac:cxnSpMkLst>
        </pc:cxnChg>
        <pc:cxnChg chg="add del mod">
          <ac:chgData name="全 香玉" userId="1f3450e5-81b9-4f7a-82d7-841c32c029e0" providerId="ADAL" clId="{670531AC-1667-4F97-B1A6-5D38F8A44A79}" dt="2026-10-20T08:51:57.803" v="2998" actId="478"/>
          <ac:cxnSpMkLst>
            <pc:docMk/>
            <pc:sldMk cId="1716350635" sldId="274"/>
            <ac:cxnSpMk id="45" creationId="{4AF3929E-8F15-28A0-9657-8ADA3601B10F}"/>
          </ac:cxnSpMkLst>
        </pc:cxnChg>
        <pc:cxnChg chg="mod">
          <ac:chgData name="全 香玉" userId="1f3450e5-81b9-4f7a-82d7-841c32c029e0" providerId="ADAL" clId="{670531AC-1667-4F97-B1A6-5D38F8A44A79}" dt="2026-10-20T08:34:29.058" v="2829" actId="14100"/>
          <ac:cxnSpMkLst>
            <pc:docMk/>
            <pc:sldMk cId="1716350635" sldId="274"/>
            <ac:cxnSpMk id="78" creationId="{221DE917-3759-D660-8EC0-259A7DE36FE5}"/>
          </ac:cxnSpMkLst>
        </pc:cxnChg>
        <pc:cxnChg chg="mod">
          <ac:chgData name="全 香玉" userId="1f3450e5-81b9-4f7a-82d7-841c32c029e0" providerId="ADAL" clId="{670531AC-1667-4F97-B1A6-5D38F8A44A79}" dt="2026-10-20T08:37:14.617" v="2857" actId="14100"/>
          <ac:cxnSpMkLst>
            <pc:docMk/>
            <pc:sldMk cId="1716350635" sldId="274"/>
            <ac:cxnSpMk id="81" creationId="{38D1B38D-E95B-0D56-E6DD-2965AABC1875}"/>
          </ac:cxnSpMkLst>
        </pc:cxnChg>
        <pc:cxnChg chg="mod">
          <ac:chgData name="全 香玉" userId="1f3450e5-81b9-4f7a-82d7-841c32c029e0" providerId="ADAL" clId="{670531AC-1667-4F97-B1A6-5D38F8A44A79}" dt="2026-10-20T08:34:32.422" v="2831" actId="14100"/>
          <ac:cxnSpMkLst>
            <pc:docMk/>
            <pc:sldMk cId="1716350635" sldId="274"/>
            <ac:cxnSpMk id="89" creationId="{050716EC-A096-4795-39CF-7F2D4B0211F6}"/>
          </ac:cxnSpMkLst>
        </pc:cxnChg>
        <pc:cxnChg chg="mod">
          <ac:chgData name="全 香玉" userId="1f3450e5-81b9-4f7a-82d7-841c32c029e0" providerId="ADAL" clId="{670531AC-1667-4F97-B1A6-5D38F8A44A79}" dt="2026-10-20T08:34:42.802" v="2835" actId="14100"/>
          <ac:cxnSpMkLst>
            <pc:docMk/>
            <pc:sldMk cId="1716350635" sldId="274"/>
            <ac:cxnSpMk id="93" creationId="{9AB6DAB1-64D1-2B43-7E11-1751097F8409}"/>
          </ac:cxnSpMkLst>
        </pc:cxnChg>
        <pc:cxnChg chg="mod">
          <ac:chgData name="全 香玉" userId="1f3450e5-81b9-4f7a-82d7-841c32c029e0" providerId="ADAL" clId="{670531AC-1667-4F97-B1A6-5D38F8A44A79}" dt="2026-10-20T08:34:59.722" v="2837" actId="14100"/>
          <ac:cxnSpMkLst>
            <pc:docMk/>
            <pc:sldMk cId="1716350635" sldId="274"/>
            <ac:cxnSpMk id="117" creationId="{102A1884-1D8E-0644-51B4-81FFDEE2775A}"/>
          </ac:cxnSpMkLst>
        </pc:cxnChg>
        <pc:cxnChg chg="mod">
          <ac:chgData name="全 香玉" userId="1f3450e5-81b9-4f7a-82d7-841c32c029e0" providerId="ADAL" clId="{670531AC-1667-4F97-B1A6-5D38F8A44A79}" dt="2026-10-20T08:34:37.397" v="2833" actId="14100"/>
          <ac:cxnSpMkLst>
            <pc:docMk/>
            <pc:sldMk cId="1716350635" sldId="274"/>
            <ac:cxnSpMk id="120" creationId="{E5E11A20-1B4B-2A02-6590-8892BFF39232}"/>
          </ac:cxnSpMkLst>
        </pc:cxnChg>
      </pc:sldChg>
      <pc:sldChg chg="addSp modSp add mod">
        <pc:chgData name="全 香玉" userId="1f3450e5-81b9-4f7a-82d7-841c32c029e0" providerId="ADAL" clId="{670531AC-1667-4F97-B1A6-5D38F8A44A79}" dt="2026-10-20T09:03:04.789" v="3014" actId="14100"/>
        <pc:sldMkLst>
          <pc:docMk/>
          <pc:sldMk cId="3528325271" sldId="275"/>
        </pc:sldMkLst>
        <pc:cxnChg chg="add mod">
          <ac:chgData name="全 香玉" userId="1f3450e5-81b9-4f7a-82d7-841c32c029e0" providerId="ADAL" clId="{670531AC-1667-4F97-B1A6-5D38F8A44A79}" dt="2026-10-20T09:02:49.263" v="3008" actId="14100"/>
          <ac:cxnSpMkLst>
            <pc:docMk/>
            <pc:sldMk cId="3528325271" sldId="275"/>
            <ac:cxnSpMk id="2" creationId="{98C753AB-37E7-19A4-048C-D18D11179D45}"/>
          </ac:cxnSpMkLst>
        </pc:cxnChg>
        <pc:cxnChg chg="add mod">
          <ac:chgData name="全 香玉" userId="1f3450e5-81b9-4f7a-82d7-841c32c029e0" providerId="ADAL" clId="{670531AC-1667-4F97-B1A6-5D38F8A44A79}" dt="2026-10-20T09:03:04.789" v="3014" actId="14100"/>
          <ac:cxnSpMkLst>
            <pc:docMk/>
            <pc:sldMk cId="3528325271" sldId="275"/>
            <ac:cxnSpMk id="35" creationId="{7753F6C3-4431-3B85-9660-C900030B9FE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8D820-031F-C155-658F-D31E848AF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3D172-40B0-E97D-09C8-549326A65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296EF-7148-1B33-9E8B-622C2F4B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62BAA-37B0-671A-27EF-EA558BBE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71AF0-FC79-F772-0399-08DF24CA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58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2E07-14BC-52BF-C142-AFE2FECD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22C6-949D-B449-0133-49AD026F0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68A9E-4B75-3866-1A08-CEBC5B56C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EDBBA-62DC-52CB-DFE8-A8F03B008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37B88-03CB-4111-0B72-0FA76CDFA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9492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0A02-E4AB-290D-4EDA-CD8B5C4EA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C72AB-3066-065B-061D-999A1BE45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28F8D-EB12-3836-BA5E-F3C46C39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EE4D0-194D-C7E0-2856-0130DDBC7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7B810-B5C1-C5E3-6A8B-C69E96868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40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E1ADF-1CA5-2251-CAEC-17E0202B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25749-D798-3E0F-23FC-323DB9F21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897E0-5B18-7007-3E83-6F29C6CCF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B549D-02EF-5A6A-53A0-E3CBBEF8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B86B8-854D-88BA-B46B-EAC61325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5B5D5-61D1-2EAB-F705-9D5D6156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875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910CB-B44D-AD78-5516-1B5FA06F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3A19E-533A-B2FE-D354-C8528D98E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A4E22-D6DB-4960-F892-58333B4C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FE98D3-2FDE-36CB-465D-2AC085A65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5920A-FCA6-0B45-B88E-D86CC2286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470644-8BCC-F56C-8A91-A6BC023A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EA36C6-3891-2425-AA95-58EDBACE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D4073-A300-EFBD-E1B6-B56F64CF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447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49677-66BC-C78A-AB34-DC844FA52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E311B9-4C41-F3E3-8952-E4CBD80E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CB601-5AAF-8F44-1A28-1B74B8EE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D70BD-3CDC-22BF-0ABE-D592F2D17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08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AB4B1-3C5F-5F97-CD03-09711961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41C8A-5AF9-F369-BADD-3A028864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FAA44-3B67-0905-A5D5-62759AB1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11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8169-4717-B27A-8007-69D43625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F096B-3FC3-D62B-BA96-C6D42E708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2ED3E-DE19-4C88-403F-D54DDF453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0C8F3-52E8-2470-4659-D74BD836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CFEE0-9629-16C1-9C30-5B97F4473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A35DA-9753-9493-71F1-5570A7C9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514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1CCF-20C1-C1D6-D9B0-C4F33E86C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C56AD-E2B5-5EA8-DCA2-7D2FCBDF2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0BF7B-A27C-56AA-42A0-3E3CFEE33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1237C-AB00-8601-51CC-1F68FA1F5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41FC2-3B58-93B2-6543-F5DA9F1B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9A906-D183-D636-FBBF-230F807A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5380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62BF-D7C0-4223-6C62-41BE218F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389B9-80E8-8598-8A36-7BECECB1B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52458-328A-DE40-E2B2-BF72BF1D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27438-4955-0F17-39DA-ECC53569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19F65-5AB3-B7F5-52A5-7C05A59D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7616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3C1975-4042-14C2-4DB1-83801940E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191B6-2E18-2E20-E534-6ECF113A9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616EF-4319-9577-75EC-EB5D20D2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F8FBC-4458-9EEF-061D-561865DC4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8605E-85CD-8251-EAE5-2DA9F89B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1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F7F8EC-1407-EA1B-6738-9C2694E4F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FCD47-A315-C555-1FC9-5EB103315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5EA92-C369-648B-C30C-2DD2F445B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6E18D-A30F-4D3C-BC15-86FA9E93A31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B6E9B-B634-2858-522D-9C6FBCA69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9D5B-FE12-4441-943F-FF16F2091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37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3AFD80-202B-6481-4CB4-8D0A4176DCBF}"/>
              </a:ext>
            </a:extLst>
          </p:cNvPr>
          <p:cNvSpPr/>
          <p:nvPr/>
        </p:nvSpPr>
        <p:spPr>
          <a:xfrm>
            <a:off x="2863850" y="2660650"/>
            <a:ext cx="2997200" cy="8318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D1A219-A23A-E5A5-FBD4-9DAD99C53989}"/>
              </a:ext>
            </a:extLst>
          </p:cNvPr>
          <p:cNvSpPr/>
          <p:nvPr/>
        </p:nvSpPr>
        <p:spPr>
          <a:xfrm>
            <a:off x="2863850" y="2397124"/>
            <a:ext cx="2997200" cy="13874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631DC6-A275-95D4-1919-7EBE9DF736C7}"/>
              </a:ext>
            </a:extLst>
          </p:cNvPr>
          <p:cNvCxnSpPr>
            <a:cxnSpLocks/>
          </p:cNvCxnSpPr>
          <p:nvPr/>
        </p:nvCxnSpPr>
        <p:spPr>
          <a:xfrm flipV="1">
            <a:off x="3898900" y="2676525"/>
            <a:ext cx="1330325" cy="810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8EA692-5A61-434F-CE63-660A5F37C358}"/>
              </a:ext>
            </a:extLst>
          </p:cNvPr>
          <p:cNvCxnSpPr>
            <a:cxnSpLocks/>
            <a:endCxn id="5" idx="3"/>
          </p:cNvCxnSpPr>
          <p:nvPr/>
        </p:nvCxnSpPr>
        <p:spPr>
          <a:xfrm>
            <a:off x="5229225" y="2686049"/>
            <a:ext cx="631825" cy="404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4A3300-F985-F75A-EE67-491D3F11AFEC}"/>
              </a:ext>
            </a:extLst>
          </p:cNvPr>
          <p:cNvCxnSpPr>
            <a:cxnSpLocks/>
          </p:cNvCxnSpPr>
          <p:nvPr/>
        </p:nvCxnSpPr>
        <p:spPr>
          <a:xfrm>
            <a:off x="5861050" y="3090861"/>
            <a:ext cx="552450" cy="792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E37DD1A-29A2-F37E-BC33-9AF0448618C2}"/>
              </a:ext>
            </a:extLst>
          </p:cNvPr>
          <p:cNvCxnSpPr>
            <a:cxnSpLocks/>
          </p:cNvCxnSpPr>
          <p:nvPr/>
        </p:nvCxnSpPr>
        <p:spPr>
          <a:xfrm>
            <a:off x="2336800" y="3090861"/>
            <a:ext cx="4667250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0BB350-0923-5AF1-490C-79C4CCD2DE02}"/>
              </a:ext>
            </a:extLst>
          </p:cNvPr>
          <p:cNvCxnSpPr>
            <a:cxnSpLocks/>
          </p:cNvCxnSpPr>
          <p:nvPr/>
        </p:nvCxnSpPr>
        <p:spPr>
          <a:xfrm>
            <a:off x="5229225" y="2710654"/>
            <a:ext cx="0" cy="1098550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8E7802D-681E-3CC8-80E5-33B9A010817D}"/>
              </a:ext>
            </a:extLst>
          </p:cNvPr>
          <p:cNvSpPr txBox="1"/>
          <p:nvPr/>
        </p:nvSpPr>
        <p:spPr>
          <a:xfrm>
            <a:off x="2819517" y="2710654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entury" panose="02040604050505020304" pitchFamily="18" charset="0"/>
              </a:rPr>
              <a:t>n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40CE20-D798-8422-4C6D-ECFFC239346D}"/>
              </a:ext>
            </a:extLst>
          </p:cNvPr>
          <p:cNvSpPr txBox="1"/>
          <p:nvPr/>
        </p:nvSpPr>
        <p:spPr>
          <a:xfrm>
            <a:off x="2819517" y="2313542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entury" panose="02040604050505020304" pitchFamily="18" charset="0"/>
              </a:rPr>
              <a:t>n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2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4A23A0-5612-76BB-AB6C-9292A6ACE7BA}"/>
              </a:ext>
            </a:extLst>
          </p:cNvPr>
          <p:cNvSpPr txBox="1"/>
          <p:nvPr/>
        </p:nvSpPr>
        <p:spPr>
          <a:xfrm>
            <a:off x="2324159" y="2426608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entury" panose="02040604050505020304" pitchFamily="18" charset="0"/>
              </a:rPr>
              <a:t>n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35C2DC0-69C3-8F26-D3EB-E6CDE76C0928}"/>
              </a:ext>
            </a:extLst>
          </p:cNvPr>
          <p:cNvSpPr/>
          <p:nvPr/>
        </p:nvSpPr>
        <p:spPr>
          <a:xfrm rot="2501802">
            <a:off x="5102567" y="2759457"/>
            <a:ext cx="127000" cy="78610"/>
          </a:xfrm>
          <a:custGeom>
            <a:avLst/>
            <a:gdLst>
              <a:gd name="csX0" fmla="*/ 0 w 127000"/>
              <a:gd name="csY0" fmla="*/ 76200 h 78610"/>
              <a:gd name="csX1" fmla="*/ 88900 w 127000"/>
              <a:gd name="csY1" fmla="*/ 69850 h 78610"/>
              <a:gd name="csX2" fmla="*/ 127000 w 127000"/>
              <a:gd name="csY2" fmla="*/ 0 h 78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7000" h="78610">
                <a:moveTo>
                  <a:pt x="0" y="76200"/>
                </a:moveTo>
                <a:cubicBezTo>
                  <a:pt x="34396" y="78316"/>
                  <a:pt x="67733" y="82550"/>
                  <a:pt x="88900" y="69850"/>
                </a:cubicBezTo>
                <a:cubicBezTo>
                  <a:pt x="110067" y="57150"/>
                  <a:pt x="118533" y="28575"/>
                  <a:pt x="127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893FA09-FE1A-5319-FBA1-EB8F1CF5B11F}"/>
              </a:ext>
            </a:extLst>
          </p:cNvPr>
          <p:cNvSpPr/>
          <p:nvPr/>
        </p:nvSpPr>
        <p:spPr>
          <a:xfrm>
            <a:off x="5631325" y="2971800"/>
            <a:ext cx="39225" cy="107950"/>
          </a:xfrm>
          <a:custGeom>
            <a:avLst/>
            <a:gdLst>
              <a:gd name="csX0" fmla="*/ 39225 w 39225"/>
              <a:gd name="csY0" fmla="*/ 0 h 107950"/>
              <a:gd name="csX1" fmla="*/ 1125 w 39225"/>
              <a:gd name="csY1" fmla="*/ 50800 h 107950"/>
              <a:gd name="csX2" fmla="*/ 13825 w 39225"/>
              <a:gd name="csY2" fmla="*/ 107950 h 10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225" h="107950">
                <a:moveTo>
                  <a:pt x="39225" y="0"/>
                </a:moveTo>
                <a:cubicBezTo>
                  <a:pt x="22291" y="16404"/>
                  <a:pt x="5358" y="32808"/>
                  <a:pt x="1125" y="50800"/>
                </a:cubicBezTo>
                <a:cubicBezTo>
                  <a:pt x="-3108" y="68792"/>
                  <a:pt x="5358" y="88371"/>
                  <a:pt x="13825" y="1079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AD3749B-4663-0FA8-BC7F-D23EDE84DCF5}"/>
              </a:ext>
            </a:extLst>
          </p:cNvPr>
          <p:cNvSpPr/>
          <p:nvPr/>
        </p:nvSpPr>
        <p:spPr>
          <a:xfrm>
            <a:off x="5962650" y="3092450"/>
            <a:ext cx="55688" cy="133350"/>
          </a:xfrm>
          <a:custGeom>
            <a:avLst/>
            <a:gdLst>
              <a:gd name="csX0" fmla="*/ 50800 w 55688"/>
              <a:gd name="csY0" fmla="*/ 0 h 133350"/>
              <a:gd name="csX1" fmla="*/ 50800 w 55688"/>
              <a:gd name="csY1" fmla="*/ 82550 h 133350"/>
              <a:gd name="csX2" fmla="*/ 0 w 55688"/>
              <a:gd name="csY2" fmla="*/ 1333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88" h="133350">
                <a:moveTo>
                  <a:pt x="50800" y="0"/>
                </a:moveTo>
                <a:cubicBezTo>
                  <a:pt x="55033" y="30162"/>
                  <a:pt x="59267" y="60325"/>
                  <a:pt x="50800" y="82550"/>
                </a:cubicBezTo>
                <a:cubicBezTo>
                  <a:pt x="42333" y="104775"/>
                  <a:pt x="21166" y="119062"/>
                  <a:pt x="0" y="1333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A7E50E-FBFC-5179-ED6E-ED7587A1CF52}"/>
              </a:ext>
            </a:extLst>
          </p:cNvPr>
          <p:cNvSpPr txBox="1"/>
          <p:nvPr/>
        </p:nvSpPr>
        <p:spPr>
          <a:xfrm>
            <a:off x="5997577" y="3059668"/>
            <a:ext cx="53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86AC0D-2E5C-D483-1964-DD417D31414E}"/>
              </a:ext>
            </a:extLst>
          </p:cNvPr>
          <p:cNvSpPr txBox="1"/>
          <p:nvPr/>
        </p:nvSpPr>
        <p:spPr>
          <a:xfrm>
            <a:off x="4896922" y="2737125"/>
            <a:ext cx="394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θ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9DA33A-EDD1-9BA4-B9B1-7F99B81CBB8A}"/>
              </a:ext>
            </a:extLst>
          </p:cNvPr>
          <p:cNvSpPr txBox="1"/>
          <p:nvPr/>
        </p:nvSpPr>
        <p:spPr>
          <a:xfrm>
            <a:off x="5302394" y="2731054"/>
            <a:ext cx="492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85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E137E0-B2ED-C8C9-7992-7CB37C0A1763}"/>
              </a:ext>
            </a:extLst>
          </p:cNvPr>
          <p:cNvSpPr/>
          <p:nvPr/>
        </p:nvSpPr>
        <p:spPr>
          <a:xfrm rot="18169158">
            <a:off x="7693523" y="3153959"/>
            <a:ext cx="127000" cy="78610"/>
          </a:xfrm>
          <a:custGeom>
            <a:avLst/>
            <a:gdLst>
              <a:gd name="csX0" fmla="*/ 0 w 127000"/>
              <a:gd name="csY0" fmla="*/ 76200 h 78610"/>
              <a:gd name="csX1" fmla="*/ 88900 w 127000"/>
              <a:gd name="csY1" fmla="*/ 69850 h 78610"/>
              <a:gd name="csX2" fmla="*/ 127000 w 127000"/>
              <a:gd name="csY2" fmla="*/ 0 h 78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7000" h="78610">
                <a:moveTo>
                  <a:pt x="0" y="76200"/>
                </a:moveTo>
                <a:cubicBezTo>
                  <a:pt x="34396" y="78316"/>
                  <a:pt x="67733" y="82550"/>
                  <a:pt x="88900" y="69850"/>
                </a:cubicBezTo>
                <a:cubicBezTo>
                  <a:pt x="110067" y="57150"/>
                  <a:pt x="118533" y="28575"/>
                  <a:pt x="127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C4374E8-647A-C90F-F6B8-B41523AF4128}"/>
              </a:ext>
            </a:extLst>
          </p:cNvPr>
          <p:cNvSpPr/>
          <p:nvPr/>
        </p:nvSpPr>
        <p:spPr>
          <a:xfrm>
            <a:off x="7793411" y="3680594"/>
            <a:ext cx="39225" cy="107950"/>
          </a:xfrm>
          <a:custGeom>
            <a:avLst/>
            <a:gdLst>
              <a:gd name="csX0" fmla="*/ 39225 w 39225"/>
              <a:gd name="csY0" fmla="*/ 0 h 107950"/>
              <a:gd name="csX1" fmla="*/ 1125 w 39225"/>
              <a:gd name="csY1" fmla="*/ 50800 h 107950"/>
              <a:gd name="csX2" fmla="*/ 13825 w 39225"/>
              <a:gd name="csY2" fmla="*/ 107950 h 10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225" h="107950">
                <a:moveTo>
                  <a:pt x="39225" y="0"/>
                </a:moveTo>
                <a:cubicBezTo>
                  <a:pt x="22291" y="16404"/>
                  <a:pt x="5358" y="32808"/>
                  <a:pt x="1125" y="50800"/>
                </a:cubicBezTo>
                <a:cubicBezTo>
                  <a:pt x="-3108" y="68792"/>
                  <a:pt x="5358" y="88371"/>
                  <a:pt x="13825" y="1079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15D5243-4672-7F80-A7E3-70A29EA3C01E}"/>
              </a:ext>
            </a:extLst>
          </p:cNvPr>
          <p:cNvSpPr/>
          <p:nvPr/>
        </p:nvSpPr>
        <p:spPr>
          <a:xfrm rot="18947255">
            <a:off x="6866380" y="2916431"/>
            <a:ext cx="106211" cy="214277"/>
          </a:xfrm>
          <a:custGeom>
            <a:avLst/>
            <a:gdLst>
              <a:gd name="csX0" fmla="*/ 50800 w 55688"/>
              <a:gd name="csY0" fmla="*/ 0 h 133350"/>
              <a:gd name="csX1" fmla="*/ 50800 w 55688"/>
              <a:gd name="csY1" fmla="*/ 82550 h 133350"/>
              <a:gd name="csX2" fmla="*/ 0 w 55688"/>
              <a:gd name="csY2" fmla="*/ 1333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88" h="133350">
                <a:moveTo>
                  <a:pt x="50800" y="0"/>
                </a:moveTo>
                <a:cubicBezTo>
                  <a:pt x="55033" y="30162"/>
                  <a:pt x="59267" y="60325"/>
                  <a:pt x="50800" y="82550"/>
                </a:cubicBezTo>
                <a:cubicBezTo>
                  <a:pt x="42333" y="104775"/>
                  <a:pt x="21166" y="119062"/>
                  <a:pt x="0" y="1333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E6302D-0D90-6800-7B17-59875B41F0BD}"/>
              </a:ext>
            </a:extLst>
          </p:cNvPr>
          <p:cNvSpPr txBox="1"/>
          <p:nvPr/>
        </p:nvSpPr>
        <p:spPr>
          <a:xfrm>
            <a:off x="6906826" y="2731696"/>
            <a:ext cx="53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879036-8F6D-7C17-3E3C-4E9842827FC9}"/>
              </a:ext>
            </a:extLst>
          </p:cNvPr>
          <p:cNvSpPr txBox="1"/>
          <p:nvPr/>
        </p:nvSpPr>
        <p:spPr>
          <a:xfrm>
            <a:off x="8028301" y="3013157"/>
            <a:ext cx="394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θ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2822BB-0BAA-D228-C363-63CE478C8603}"/>
              </a:ext>
            </a:extLst>
          </p:cNvPr>
          <p:cNvSpPr txBox="1"/>
          <p:nvPr/>
        </p:nvSpPr>
        <p:spPr>
          <a:xfrm>
            <a:off x="6164377" y="3052045"/>
            <a:ext cx="492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29AC0BD-261F-F62B-57E2-576909DC9638}"/>
              </a:ext>
            </a:extLst>
          </p:cNvPr>
          <p:cNvGrpSpPr/>
          <p:nvPr/>
        </p:nvGrpSpPr>
        <p:grpSpPr>
          <a:xfrm>
            <a:off x="2324159" y="2313542"/>
            <a:ext cx="5931078" cy="1481687"/>
            <a:chOff x="2324159" y="2313542"/>
            <a:chExt cx="5931078" cy="148168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B5618A7-D910-1168-92F7-CAEF0A22794A}"/>
                </a:ext>
              </a:extLst>
            </p:cNvPr>
            <p:cNvGrpSpPr/>
            <p:nvPr/>
          </p:nvGrpSpPr>
          <p:grpSpPr>
            <a:xfrm>
              <a:off x="2324159" y="2313542"/>
              <a:ext cx="5931078" cy="1471057"/>
              <a:chOff x="2324159" y="2313542"/>
              <a:chExt cx="5931078" cy="1471057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8F4074F-9576-C93A-FCF8-F245E1F738C0}"/>
                  </a:ext>
                </a:extLst>
              </p:cNvPr>
              <p:cNvSpPr/>
              <p:nvPr/>
            </p:nvSpPr>
            <p:spPr>
              <a:xfrm>
                <a:off x="2863850" y="2660649"/>
                <a:ext cx="2997200" cy="83185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65482D7-5B4C-FED5-C188-8E2DF20A7D91}"/>
                  </a:ext>
                </a:extLst>
              </p:cNvPr>
              <p:cNvSpPr/>
              <p:nvPr/>
            </p:nvSpPr>
            <p:spPr>
              <a:xfrm>
                <a:off x="2863850" y="2397124"/>
                <a:ext cx="2997200" cy="138747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16AC5DD-93A6-2F66-9000-89EDDC855E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6800" y="3090861"/>
                <a:ext cx="5918437" cy="0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9BEC6E-E53B-185C-CAC6-501536710118}"/>
                  </a:ext>
                </a:extLst>
              </p:cNvPr>
              <p:cNvSpPr txBox="1"/>
              <p:nvPr/>
            </p:nvSpPr>
            <p:spPr>
              <a:xfrm>
                <a:off x="2819517" y="2710654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1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3ABBE2-250C-81CD-CD9D-E999C677FBFC}"/>
                  </a:ext>
                </a:extLst>
              </p:cNvPr>
              <p:cNvSpPr txBox="1"/>
              <p:nvPr/>
            </p:nvSpPr>
            <p:spPr>
              <a:xfrm>
                <a:off x="2819517" y="2313542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2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EFF3F-46D4-F086-1A11-8DED7676E3CE}"/>
                  </a:ext>
                </a:extLst>
              </p:cNvPr>
              <p:cNvSpPr txBox="1"/>
              <p:nvPr/>
            </p:nvSpPr>
            <p:spPr>
              <a:xfrm>
                <a:off x="2324159" y="2426608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0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FD798120-99E5-3C05-8F96-A2AB9CA46F32}"/>
                  </a:ext>
                </a:extLst>
              </p:cNvPr>
              <p:cNvSpPr/>
              <p:nvPr/>
            </p:nvSpPr>
            <p:spPr>
              <a:xfrm>
                <a:off x="5861050" y="2660650"/>
                <a:ext cx="2214718" cy="1121209"/>
              </a:xfrm>
              <a:prstGeom prst="rtTriangl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52DF520-804F-48EA-15EB-2B95BC6560A1}"/>
                  </a:ext>
                </a:extLst>
              </p:cNvPr>
              <p:cNvCxnSpPr>
                <a:cxnSpLocks/>
                <a:stCxn id="20" idx="0"/>
              </p:cNvCxnSpPr>
              <p:nvPr/>
            </p:nvCxnSpPr>
            <p:spPr>
              <a:xfrm flipH="1" flipV="1">
                <a:off x="5291598" y="2397124"/>
                <a:ext cx="569452" cy="26352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F6D99B0-ACB3-3AEC-FF4F-A5B03B85A27A}"/>
                  </a:ext>
                </a:extLst>
              </p:cNvPr>
              <p:cNvSpPr/>
              <p:nvPr/>
            </p:nvSpPr>
            <p:spPr>
              <a:xfrm>
                <a:off x="5861050" y="3494088"/>
                <a:ext cx="2214725" cy="287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A745AAD-F121-4130-1765-4EE664130486}"/>
                  </a:ext>
                </a:extLst>
              </p:cNvPr>
              <p:cNvSpPr/>
              <p:nvPr/>
            </p:nvSpPr>
            <p:spPr>
              <a:xfrm>
                <a:off x="5836416" y="2682873"/>
                <a:ext cx="58811" cy="109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F1DE3CC-76A2-0610-9ED2-0C76830B4A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1499" y="3494088"/>
                <a:ext cx="40450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3DDF3BFB-B5EE-7C3C-3CCF-8D936F91F8FD}"/>
                </a:ext>
              </a:extLst>
            </p:cNvPr>
            <p:cNvSpPr/>
            <p:nvPr/>
          </p:nvSpPr>
          <p:spPr>
            <a:xfrm rot="10800000">
              <a:off x="5219906" y="2357670"/>
              <a:ext cx="809389" cy="36933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23FA6277-2FF8-67C1-1FE2-0D103ABD7BA7}"/>
                </a:ext>
              </a:extLst>
            </p:cNvPr>
            <p:cNvSpPr/>
            <p:nvPr/>
          </p:nvSpPr>
          <p:spPr>
            <a:xfrm rot="10800000">
              <a:off x="7062859" y="3255947"/>
              <a:ext cx="1037537" cy="53928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C74ECE-5BC0-D5C0-E4DE-4186510473C8}"/>
              </a:ext>
            </a:extLst>
          </p:cNvPr>
          <p:cNvCxnSpPr>
            <a:cxnSpLocks/>
          </p:cNvCxnSpPr>
          <p:nvPr/>
        </p:nvCxnSpPr>
        <p:spPr>
          <a:xfrm flipV="1">
            <a:off x="3230207" y="3086641"/>
            <a:ext cx="3501788" cy="8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5417F0-49F9-34EB-458D-44747F3D84DD}"/>
              </a:ext>
            </a:extLst>
          </p:cNvPr>
          <p:cNvCxnSpPr>
            <a:cxnSpLocks/>
          </p:cNvCxnSpPr>
          <p:nvPr/>
        </p:nvCxnSpPr>
        <p:spPr>
          <a:xfrm>
            <a:off x="6768764" y="3101028"/>
            <a:ext cx="1606115" cy="281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9F2F9CF-DEC3-B74D-47E6-B5F70ADE03A8}"/>
              </a:ext>
            </a:extLst>
          </p:cNvPr>
          <p:cNvCxnSpPr>
            <a:cxnSpLocks/>
          </p:cNvCxnSpPr>
          <p:nvPr/>
        </p:nvCxnSpPr>
        <p:spPr>
          <a:xfrm flipV="1">
            <a:off x="6544917" y="2694790"/>
            <a:ext cx="447695" cy="765158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25C2ABF-66F4-9246-AD15-979D08A588FC}"/>
              </a:ext>
            </a:extLst>
          </p:cNvPr>
          <p:cNvSpPr/>
          <p:nvPr/>
        </p:nvSpPr>
        <p:spPr>
          <a:xfrm rot="7663402">
            <a:off x="6526325" y="3081216"/>
            <a:ext cx="106211" cy="214277"/>
          </a:xfrm>
          <a:custGeom>
            <a:avLst/>
            <a:gdLst>
              <a:gd name="csX0" fmla="*/ 50800 w 55688"/>
              <a:gd name="csY0" fmla="*/ 0 h 133350"/>
              <a:gd name="csX1" fmla="*/ 50800 w 55688"/>
              <a:gd name="csY1" fmla="*/ 82550 h 133350"/>
              <a:gd name="csX2" fmla="*/ 0 w 55688"/>
              <a:gd name="csY2" fmla="*/ 1333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88" h="133350">
                <a:moveTo>
                  <a:pt x="50800" y="0"/>
                </a:moveTo>
                <a:cubicBezTo>
                  <a:pt x="55033" y="30162"/>
                  <a:pt x="59267" y="60325"/>
                  <a:pt x="50800" y="82550"/>
                </a:cubicBezTo>
                <a:cubicBezTo>
                  <a:pt x="42333" y="104775"/>
                  <a:pt x="21166" y="119062"/>
                  <a:pt x="0" y="1333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DC1867-FAFE-FBEB-7D4F-6D6BB814B2F3}"/>
              </a:ext>
            </a:extLst>
          </p:cNvPr>
          <p:cNvSpPr txBox="1"/>
          <p:nvPr/>
        </p:nvSpPr>
        <p:spPr>
          <a:xfrm>
            <a:off x="7317902" y="34874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ja-JP" dirty="0"/>
              <a:t>β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709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DBF01-B8E4-05D0-5CF6-BABD5BB9C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FCA49F6-0866-5F3D-55C3-133BCF727F80}"/>
              </a:ext>
            </a:extLst>
          </p:cNvPr>
          <p:cNvSpPr/>
          <p:nvPr/>
        </p:nvSpPr>
        <p:spPr>
          <a:xfrm rot="18169158">
            <a:off x="7693523" y="3153959"/>
            <a:ext cx="127000" cy="78610"/>
          </a:xfrm>
          <a:custGeom>
            <a:avLst/>
            <a:gdLst>
              <a:gd name="csX0" fmla="*/ 0 w 127000"/>
              <a:gd name="csY0" fmla="*/ 76200 h 78610"/>
              <a:gd name="csX1" fmla="*/ 88900 w 127000"/>
              <a:gd name="csY1" fmla="*/ 69850 h 78610"/>
              <a:gd name="csX2" fmla="*/ 127000 w 127000"/>
              <a:gd name="csY2" fmla="*/ 0 h 78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7000" h="78610">
                <a:moveTo>
                  <a:pt x="0" y="76200"/>
                </a:moveTo>
                <a:cubicBezTo>
                  <a:pt x="34396" y="78316"/>
                  <a:pt x="67733" y="82550"/>
                  <a:pt x="88900" y="69850"/>
                </a:cubicBezTo>
                <a:cubicBezTo>
                  <a:pt x="110067" y="57150"/>
                  <a:pt x="118533" y="28575"/>
                  <a:pt x="127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B6BD4E2-0301-0285-D82D-A867D470D1F1}"/>
              </a:ext>
            </a:extLst>
          </p:cNvPr>
          <p:cNvSpPr/>
          <p:nvPr/>
        </p:nvSpPr>
        <p:spPr>
          <a:xfrm>
            <a:off x="7793411" y="3680594"/>
            <a:ext cx="39225" cy="107950"/>
          </a:xfrm>
          <a:custGeom>
            <a:avLst/>
            <a:gdLst>
              <a:gd name="csX0" fmla="*/ 39225 w 39225"/>
              <a:gd name="csY0" fmla="*/ 0 h 107950"/>
              <a:gd name="csX1" fmla="*/ 1125 w 39225"/>
              <a:gd name="csY1" fmla="*/ 50800 h 107950"/>
              <a:gd name="csX2" fmla="*/ 13825 w 39225"/>
              <a:gd name="csY2" fmla="*/ 107950 h 10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225" h="107950">
                <a:moveTo>
                  <a:pt x="39225" y="0"/>
                </a:moveTo>
                <a:cubicBezTo>
                  <a:pt x="22291" y="16404"/>
                  <a:pt x="5358" y="32808"/>
                  <a:pt x="1125" y="50800"/>
                </a:cubicBezTo>
                <a:cubicBezTo>
                  <a:pt x="-3108" y="68792"/>
                  <a:pt x="5358" y="88371"/>
                  <a:pt x="13825" y="1079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1A675CA-0D94-0646-D3E1-20E145F3C2F4}"/>
              </a:ext>
            </a:extLst>
          </p:cNvPr>
          <p:cNvSpPr/>
          <p:nvPr/>
        </p:nvSpPr>
        <p:spPr>
          <a:xfrm rot="18947255">
            <a:off x="6866380" y="2916431"/>
            <a:ext cx="106211" cy="214277"/>
          </a:xfrm>
          <a:custGeom>
            <a:avLst/>
            <a:gdLst>
              <a:gd name="csX0" fmla="*/ 50800 w 55688"/>
              <a:gd name="csY0" fmla="*/ 0 h 133350"/>
              <a:gd name="csX1" fmla="*/ 50800 w 55688"/>
              <a:gd name="csY1" fmla="*/ 82550 h 133350"/>
              <a:gd name="csX2" fmla="*/ 0 w 55688"/>
              <a:gd name="csY2" fmla="*/ 1333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88" h="133350">
                <a:moveTo>
                  <a:pt x="50800" y="0"/>
                </a:moveTo>
                <a:cubicBezTo>
                  <a:pt x="55033" y="30162"/>
                  <a:pt x="59267" y="60325"/>
                  <a:pt x="50800" y="82550"/>
                </a:cubicBezTo>
                <a:cubicBezTo>
                  <a:pt x="42333" y="104775"/>
                  <a:pt x="21166" y="119062"/>
                  <a:pt x="0" y="1333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C190DA-B024-39EC-4EBC-051C7990DA78}"/>
              </a:ext>
            </a:extLst>
          </p:cNvPr>
          <p:cNvSpPr txBox="1"/>
          <p:nvPr/>
        </p:nvSpPr>
        <p:spPr>
          <a:xfrm>
            <a:off x="6906826" y="2731696"/>
            <a:ext cx="53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D5A08C-EFE6-DF91-BB8E-5342DE68B89C}"/>
              </a:ext>
            </a:extLst>
          </p:cNvPr>
          <p:cNvSpPr txBox="1"/>
          <p:nvPr/>
        </p:nvSpPr>
        <p:spPr>
          <a:xfrm>
            <a:off x="8028301" y="3013157"/>
            <a:ext cx="394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θ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7D0FA8-F7E0-4AF4-9610-D8C149046471}"/>
              </a:ext>
            </a:extLst>
          </p:cNvPr>
          <p:cNvSpPr txBox="1"/>
          <p:nvPr/>
        </p:nvSpPr>
        <p:spPr>
          <a:xfrm>
            <a:off x="6239908" y="3090493"/>
            <a:ext cx="492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469EE6F-8510-8228-4ECF-061BC6718F7E}"/>
              </a:ext>
            </a:extLst>
          </p:cNvPr>
          <p:cNvGrpSpPr/>
          <p:nvPr/>
        </p:nvGrpSpPr>
        <p:grpSpPr>
          <a:xfrm>
            <a:off x="2324159" y="2313542"/>
            <a:ext cx="5931078" cy="1481687"/>
            <a:chOff x="2324159" y="2313542"/>
            <a:chExt cx="5931078" cy="148168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1ED17E4-1E1B-D106-5FC9-FB6CBE538F31}"/>
                </a:ext>
              </a:extLst>
            </p:cNvPr>
            <p:cNvGrpSpPr/>
            <p:nvPr/>
          </p:nvGrpSpPr>
          <p:grpSpPr>
            <a:xfrm>
              <a:off x="2324159" y="2313542"/>
              <a:ext cx="5931078" cy="1471057"/>
              <a:chOff x="2324159" y="2313542"/>
              <a:chExt cx="5931078" cy="1471057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07BFED6-D616-DD57-970E-5E390144514E}"/>
                  </a:ext>
                </a:extLst>
              </p:cNvPr>
              <p:cNvSpPr/>
              <p:nvPr/>
            </p:nvSpPr>
            <p:spPr>
              <a:xfrm>
                <a:off x="2863850" y="2660649"/>
                <a:ext cx="2997200" cy="83185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91B513D-1338-BA4D-CBB3-D47CD357B53F}"/>
                  </a:ext>
                </a:extLst>
              </p:cNvPr>
              <p:cNvSpPr/>
              <p:nvPr/>
            </p:nvSpPr>
            <p:spPr>
              <a:xfrm>
                <a:off x="2863850" y="2397124"/>
                <a:ext cx="2997200" cy="138747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834CB02-651D-1E3B-4959-5901D6B4B0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6800" y="3090861"/>
                <a:ext cx="5918437" cy="0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CE8D19-0530-CA46-151D-FA00F649898D}"/>
                  </a:ext>
                </a:extLst>
              </p:cNvPr>
              <p:cNvSpPr txBox="1"/>
              <p:nvPr/>
            </p:nvSpPr>
            <p:spPr>
              <a:xfrm>
                <a:off x="2819517" y="2710654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1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53FD70-D048-3186-4048-0678418A41E5}"/>
                  </a:ext>
                </a:extLst>
              </p:cNvPr>
              <p:cNvSpPr txBox="1"/>
              <p:nvPr/>
            </p:nvSpPr>
            <p:spPr>
              <a:xfrm>
                <a:off x="2819517" y="2313542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2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F24CCE-CF06-8419-A765-48D45730C5A7}"/>
                  </a:ext>
                </a:extLst>
              </p:cNvPr>
              <p:cNvSpPr txBox="1"/>
              <p:nvPr/>
            </p:nvSpPr>
            <p:spPr>
              <a:xfrm>
                <a:off x="2324159" y="2426608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0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521A1DF6-5525-4A66-8E07-C910842E07C1}"/>
                  </a:ext>
                </a:extLst>
              </p:cNvPr>
              <p:cNvSpPr/>
              <p:nvPr/>
            </p:nvSpPr>
            <p:spPr>
              <a:xfrm>
                <a:off x="5861050" y="2660650"/>
                <a:ext cx="2214718" cy="1121209"/>
              </a:xfrm>
              <a:prstGeom prst="rtTriangl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C0BA5EE-07B8-C3DE-CE7F-2ABE9EEA9A59}"/>
                  </a:ext>
                </a:extLst>
              </p:cNvPr>
              <p:cNvCxnSpPr>
                <a:cxnSpLocks/>
                <a:stCxn id="20" idx="0"/>
              </p:cNvCxnSpPr>
              <p:nvPr/>
            </p:nvCxnSpPr>
            <p:spPr>
              <a:xfrm flipH="1" flipV="1">
                <a:off x="5291598" y="2397124"/>
                <a:ext cx="569452" cy="26352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4B2D5-6DFC-5D87-72D7-58BC7F5599C8}"/>
                  </a:ext>
                </a:extLst>
              </p:cNvPr>
              <p:cNvSpPr/>
              <p:nvPr/>
            </p:nvSpPr>
            <p:spPr>
              <a:xfrm>
                <a:off x="5861050" y="3494088"/>
                <a:ext cx="2214725" cy="287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12758A7-3327-77D4-DFF8-006D24D2331A}"/>
                  </a:ext>
                </a:extLst>
              </p:cNvPr>
              <p:cNvSpPr/>
              <p:nvPr/>
            </p:nvSpPr>
            <p:spPr>
              <a:xfrm>
                <a:off x="5836416" y="2682873"/>
                <a:ext cx="58811" cy="109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9BA764B-6608-A5C8-EE7B-C20FFA310D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1499" y="3494088"/>
                <a:ext cx="40450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9589E48A-3AF5-4A00-2149-50C6C7EED1A2}"/>
                </a:ext>
              </a:extLst>
            </p:cNvPr>
            <p:cNvSpPr/>
            <p:nvPr/>
          </p:nvSpPr>
          <p:spPr>
            <a:xfrm rot="10800000">
              <a:off x="5219906" y="2357670"/>
              <a:ext cx="809389" cy="36933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C4422EC7-79C6-C58A-455B-457B66B2D169}"/>
                </a:ext>
              </a:extLst>
            </p:cNvPr>
            <p:cNvSpPr/>
            <p:nvPr/>
          </p:nvSpPr>
          <p:spPr>
            <a:xfrm rot="10800000">
              <a:off x="7062859" y="3255947"/>
              <a:ext cx="1037537" cy="53928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AC269D-DAA3-B0D9-E998-1EE5499E79C0}"/>
              </a:ext>
            </a:extLst>
          </p:cNvPr>
          <p:cNvCxnSpPr>
            <a:cxnSpLocks/>
          </p:cNvCxnSpPr>
          <p:nvPr/>
        </p:nvCxnSpPr>
        <p:spPr>
          <a:xfrm flipV="1">
            <a:off x="5691499" y="3086641"/>
            <a:ext cx="1040496" cy="400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1AC9621-48F7-0BC9-FFC1-82800EBB39FB}"/>
              </a:ext>
            </a:extLst>
          </p:cNvPr>
          <p:cNvCxnSpPr>
            <a:cxnSpLocks/>
          </p:cNvCxnSpPr>
          <p:nvPr/>
        </p:nvCxnSpPr>
        <p:spPr>
          <a:xfrm>
            <a:off x="6768764" y="3101028"/>
            <a:ext cx="1606115" cy="281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36A0173-5217-33B4-6CAF-0C2B1EF582B0}"/>
              </a:ext>
            </a:extLst>
          </p:cNvPr>
          <p:cNvCxnSpPr>
            <a:cxnSpLocks/>
          </p:cNvCxnSpPr>
          <p:nvPr/>
        </p:nvCxnSpPr>
        <p:spPr>
          <a:xfrm flipV="1">
            <a:off x="6544917" y="2694790"/>
            <a:ext cx="447695" cy="765158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E30AC5B4-6639-294D-9A95-FC017703F8AA}"/>
              </a:ext>
            </a:extLst>
          </p:cNvPr>
          <p:cNvSpPr/>
          <p:nvPr/>
        </p:nvSpPr>
        <p:spPr>
          <a:xfrm rot="7663402">
            <a:off x="6561307" y="3152505"/>
            <a:ext cx="45719" cy="155505"/>
          </a:xfrm>
          <a:custGeom>
            <a:avLst/>
            <a:gdLst>
              <a:gd name="csX0" fmla="*/ 50800 w 55688"/>
              <a:gd name="csY0" fmla="*/ 0 h 133350"/>
              <a:gd name="csX1" fmla="*/ 50800 w 55688"/>
              <a:gd name="csY1" fmla="*/ 82550 h 133350"/>
              <a:gd name="csX2" fmla="*/ 0 w 55688"/>
              <a:gd name="csY2" fmla="*/ 1333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88" h="133350">
                <a:moveTo>
                  <a:pt x="50800" y="0"/>
                </a:moveTo>
                <a:cubicBezTo>
                  <a:pt x="55033" y="30162"/>
                  <a:pt x="59267" y="60325"/>
                  <a:pt x="50800" y="82550"/>
                </a:cubicBezTo>
                <a:cubicBezTo>
                  <a:pt x="42333" y="104775"/>
                  <a:pt x="21166" y="119062"/>
                  <a:pt x="0" y="1333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542B6C-AB0E-A2E6-CC4F-4DE7A6B8FDFF}"/>
              </a:ext>
            </a:extLst>
          </p:cNvPr>
          <p:cNvSpPr txBox="1"/>
          <p:nvPr/>
        </p:nvSpPr>
        <p:spPr>
          <a:xfrm>
            <a:off x="7317902" y="34874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ja-JP" dirty="0"/>
              <a:t>β</a:t>
            </a:r>
            <a:endParaRPr kumimoji="1" lang="ja-JP" alt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E733E59-43E3-CE77-2815-7A20D21397C1}"/>
              </a:ext>
            </a:extLst>
          </p:cNvPr>
          <p:cNvCxnSpPr>
            <a:cxnSpLocks/>
          </p:cNvCxnSpPr>
          <p:nvPr/>
        </p:nvCxnSpPr>
        <p:spPr>
          <a:xfrm>
            <a:off x="2863850" y="2710654"/>
            <a:ext cx="2865957" cy="783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9547D20-911B-5659-20EF-E3D4F2DCF6AE}"/>
              </a:ext>
            </a:extLst>
          </p:cNvPr>
          <p:cNvCxnSpPr>
            <a:cxnSpLocks/>
          </p:cNvCxnSpPr>
          <p:nvPr/>
        </p:nvCxnSpPr>
        <p:spPr>
          <a:xfrm flipV="1">
            <a:off x="5681581" y="2810586"/>
            <a:ext cx="7550" cy="680917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B763FA-58C7-378E-7BF2-B039D1736BD3}"/>
              </a:ext>
            </a:extLst>
          </p:cNvPr>
          <p:cNvSpPr txBox="1"/>
          <p:nvPr/>
        </p:nvSpPr>
        <p:spPr>
          <a:xfrm>
            <a:off x="5646710" y="3018912"/>
            <a:ext cx="394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θ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474294C-4347-7F29-464B-BC4EDDB38188}"/>
              </a:ext>
            </a:extLst>
          </p:cNvPr>
          <p:cNvSpPr/>
          <p:nvPr/>
        </p:nvSpPr>
        <p:spPr>
          <a:xfrm rot="13480235">
            <a:off x="5682754" y="3356826"/>
            <a:ext cx="156416" cy="79377"/>
          </a:xfrm>
          <a:custGeom>
            <a:avLst/>
            <a:gdLst>
              <a:gd name="csX0" fmla="*/ 0 w 127000"/>
              <a:gd name="csY0" fmla="*/ 76200 h 78610"/>
              <a:gd name="csX1" fmla="*/ 88900 w 127000"/>
              <a:gd name="csY1" fmla="*/ 69850 h 78610"/>
              <a:gd name="csX2" fmla="*/ 127000 w 127000"/>
              <a:gd name="csY2" fmla="*/ 0 h 78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7000" h="78610">
                <a:moveTo>
                  <a:pt x="0" y="76200"/>
                </a:moveTo>
                <a:cubicBezTo>
                  <a:pt x="34396" y="78316"/>
                  <a:pt x="67733" y="82550"/>
                  <a:pt x="88900" y="69850"/>
                </a:cubicBezTo>
                <a:cubicBezTo>
                  <a:pt x="110067" y="57150"/>
                  <a:pt x="118533" y="28575"/>
                  <a:pt x="127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327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9E926-6C7B-AC9C-1C77-635F35209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7851B3-4AF0-AC00-B567-D4C7F50C4816}"/>
              </a:ext>
            </a:extLst>
          </p:cNvPr>
          <p:cNvSpPr/>
          <p:nvPr/>
        </p:nvSpPr>
        <p:spPr>
          <a:xfrm>
            <a:off x="7793411" y="3680594"/>
            <a:ext cx="39225" cy="107950"/>
          </a:xfrm>
          <a:custGeom>
            <a:avLst/>
            <a:gdLst>
              <a:gd name="csX0" fmla="*/ 39225 w 39225"/>
              <a:gd name="csY0" fmla="*/ 0 h 107950"/>
              <a:gd name="csX1" fmla="*/ 1125 w 39225"/>
              <a:gd name="csY1" fmla="*/ 50800 h 107950"/>
              <a:gd name="csX2" fmla="*/ 13825 w 39225"/>
              <a:gd name="csY2" fmla="*/ 107950 h 10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225" h="107950">
                <a:moveTo>
                  <a:pt x="39225" y="0"/>
                </a:moveTo>
                <a:cubicBezTo>
                  <a:pt x="22291" y="16404"/>
                  <a:pt x="5358" y="32808"/>
                  <a:pt x="1125" y="50800"/>
                </a:cubicBezTo>
                <a:cubicBezTo>
                  <a:pt x="-3108" y="68792"/>
                  <a:pt x="5358" y="88371"/>
                  <a:pt x="13825" y="1079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5B0D60D-1456-3E1C-73F8-93DE5569D9AF}"/>
              </a:ext>
            </a:extLst>
          </p:cNvPr>
          <p:cNvSpPr/>
          <p:nvPr/>
        </p:nvSpPr>
        <p:spPr>
          <a:xfrm rot="3536901">
            <a:off x="6931396" y="4062264"/>
            <a:ext cx="106211" cy="214277"/>
          </a:xfrm>
          <a:custGeom>
            <a:avLst/>
            <a:gdLst>
              <a:gd name="csX0" fmla="*/ 50800 w 55688"/>
              <a:gd name="csY0" fmla="*/ 0 h 133350"/>
              <a:gd name="csX1" fmla="*/ 50800 w 55688"/>
              <a:gd name="csY1" fmla="*/ 82550 h 133350"/>
              <a:gd name="csX2" fmla="*/ 0 w 55688"/>
              <a:gd name="csY2" fmla="*/ 1333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88" h="133350">
                <a:moveTo>
                  <a:pt x="50800" y="0"/>
                </a:moveTo>
                <a:cubicBezTo>
                  <a:pt x="55033" y="30162"/>
                  <a:pt x="59267" y="60325"/>
                  <a:pt x="50800" y="82550"/>
                </a:cubicBezTo>
                <a:cubicBezTo>
                  <a:pt x="42333" y="104775"/>
                  <a:pt x="21166" y="119062"/>
                  <a:pt x="0" y="1333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A6218-D51E-A281-2173-9DE048FA601F}"/>
              </a:ext>
            </a:extLst>
          </p:cNvPr>
          <p:cNvSpPr txBox="1"/>
          <p:nvPr/>
        </p:nvSpPr>
        <p:spPr>
          <a:xfrm>
            <a:off x="6813139" y="4145716"/>
            <a:ext cx="53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dirty="0">
                <a:latin typeface="Century" panose="02040604050505020304" pitchFamily="18" charset="0"/>
              </a:rPr>
              <a:t>θ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FC2540-CDB0-0DD7-481C-B7FBFAA2938E}"/>
              </a:ext>
            </a:extLst>
          </p:cNvPr>
          <p:cNvSpPr txBox="1"/>
          <p:nvPr/>
        </p:nvSpPr>
        <p:spPr>
          <a:xfrm>
            <a:off x="6239908" y="3090493"/>
            <a:ext cx="492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F7BB2F2-5ACC-48E9-188D-D5B07F945EEC}"/>
              </a:ext>
            </a:extLst>
          </p:cNvPr>
          <p:cNvGrpSpPr/>
          <p:nvPr/>
        </p:nvGrpSpPr>
        <p:grpSpPr>
          <a:xfrm>
            <a:off x="2324159" y="2313542"/>
            <a:ext cx="5931078" cy="1481687"/>
            <a:chOff x="2324159" y="2313542"/>
            <a:chExt cx="5931078" cy="148168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0701502-B3DF-5BA5-8E84-EBA1C1EA535A}"/>
                </a:ext>
              </a:extLst>
            </p:cNvPr>
            <p:cNvGrpSpPr/>
            <p:nvPr/>
          </p:nvGrpSpPr>
          <p:grpSpPr>
            <a:xfrm>
              <a:off x="2324159" y="2313542"/>
              <a:ext cx="5931078" cy="1471057"/>
              <a:chOff x="2324159" y="2313542"/>
              <a:chExt cx="5931078" cy="1471057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C5BD77-BAA8-FAE2-0DC3-9152A3FA5A24}"/>
                  </a:ext>
                </a:extLst>
              </p:cNvPr>
              <p:cNvSpPr/>
              <p:nvPr/>
            </p:nvSpPr>
            <p:spPr>
              <a:xfrm>
                <a:off x="2863850" y="2660649"/>
                <a:ext cx="2997200" cy="83185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6E4738B-7477-E379-BEB1-92D448020DE1}"/>
                  </a:ext>
                </a:extLst>
              </p:cNvPr>
              <p:cNvSpPr/>
              <p:nvPr/>
            </p:nvSpPr>
            <p:spPr>
              <a:xfrm>
                <a:off x="2863850" y="2397124"/>
                <a:ext cx="2997200" cy="138747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F54E44E0-4175-C96E-B089-0B93860017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6800" y="3090861"/>
                <a:ext cx="5918437" cy="0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6EABB3-4E85-E169-F44D-2452C494D21B}"/>
                  </a:ext>
                </a:extLst>
              </p:cNvPr>
              <p:cNvSpPr txBox="1"/>
              <p:nvPr/>
            </p:nvSpPr>
            <p:spPr>
              <a:xfrm>
                <a:off x="2819517" y="2710654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1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391A27-DCC7-4D84-A5DD-286E1772E705}"/>
                  </a:ext>
                </a:extLst>
              </p:cNvPr>
              <p:cNvSpPr txBox="1"/>
              <p:nvPr/>
            </p:nvSpPr>
            <p:spPr>
              <a:xfrm>
                <a:off x="2819517" y="2313542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2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9E9635-3091-19B1-D2D0-32AADE5689AC}"/>
                  </a:ext>
                </a:extLst>
              </p:cNvPr>
              <p:cNvSpPr txBox="1"/>
              <p:nvPr/>
            </p:nvSpPr>
            <p:spPr>
              <a:xfrm>
                <a:off x="2324159" y="2426608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0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D4F3D350-3240-1F84-0749-26A082EB18CB}"/>
                  </a:ext>
                </a:extLst>
              </p:cNvPr>
              <p:cNvSpPr/>
              <p:nvPr/>
            </p:nvSpPr>
            <p:spPr>
              <a:xfrm>
                <a:off x="5861050" y="2660650"/>
                <a:ext cx="2214718" cy="1121209"/>
              </a:xfrm>
              <a:prstGeom prst="rtTriangl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E079050-06EE-529D-C831-3EEE2FC49786}"/>
                  </a:ext>
                </a:extLst>
              </p:cNvPr>
              <p:cNvCxnSpPr>
                <a:cxnSpLocks/>
                <a:stCxn id="20" idx="0"/>
              </p:cNvCxnSpPr>
              <p:nvPr/>
            </p:nvCxnSpPr>
            <p:spPr>
              <a:xfrm flipH="1" flipV="1">
                <a:off x="5291598" y="2397124"/>
                <a:ext cx="569452" cy="26352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9228309-D897-6466-6DCA-0041CDD0E654}"/>
                  </a:ext>
                </a:extLst>
              </p:cNvPr>
              <p:cNvSpPr/>
              <p:nvPr/>
            </p:nvSpPr>
            <p:spPr>
              <a:xfrm>
                <a:off x="5861050" y="3494088"/>
                <a:ext cx="2214725" cy="287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E4818D8-415E-473F-8BC3-E181BE70EA8E}"/>
                  </a:ext>
                </a:extLst>
              </p:cNvPr>
              <p:cNvSpPr/>
              <p:nvPr/>
            </p:nvSpPr>
            <p:spPr>
              <a:xfrm>
                <a:off x="5836416" y="2682873"/>
                <a:ext cx="58811" cy="109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3D74216-05EB-81F9-5FF2-A04A2E1619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1499" y="3494088"/>
                <a:ext cx="40450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7DE4F577-CCDD-4D39-4BDB-959A0C81DA2B}"/>
                </a:ext>
              </a:extLst>
            </p:cNvPr>
            <p:cNvSpPr/>
            <p:nvPr/>
          </p:nvSpPr>
          <p:spPr>
            <a:xfrm rot="10800000">
              <a:off x="5219906" y="2357670"/>
              <a:ext cx="809389" cy="36933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111FF909-5BFE-F553-A9A9-F379D179B373}"/>
                </a:ext>
              </a:extLst>
            </p:cNvPr>
            <p:cNvSpPr/>
            <p:nvPr/>
          </p:nvSpPr>
          <p:spPr>
            <a:xfrm rot="10800000">
              <a:off x="7062859" y="3255947"/>
              <a:ext cx="1037537" cy="53928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DCA604-DDB1-84E1-20BA-3C30E3875B42}"/>
              </a:ext>
            </a:extLst>
          </p:cNvPr>
          <p:cNvCxnSpPr>
            <a:cxnSpLocks/>
          </p:cNvCxnSpPr>
          <p:nvPr/>
        </p:nvCxnSpPr>
        <p:spPr>
          <a:xfrm flipV="1">
            <a:off x="5691499" y="3086641"/>
            <a:ext cx="1040496" cy="400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823132E-4C09-6130-B040-27D536789369}"/>
              </a:ext>
            </a:extLst>
          </p:cNvPr>
          <p:cNvCxnSpPr>
            <a:cxnSpLocks/>
          </p:cNvCxnSpPr>
          <p:nvPr/>
        </p:nvCxnSpPr>
        <p:spPr>
          <a:xfrm>
            <a:off x="6738165" y="3101028"/>
            <a:ext cx="100439" cy="714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DCED330-D698-3CD9-478D-60C71CFFE4DF}"/>
              </a:ext>
            </a:extLst>
          </p:cNvPr>
          <p:cNvCxnSpPr>
            <a:cxnSpLocks/>
          </p:cNvCxnSpPr>
          <p:nvPr/>
        </p:nvCxnSpPr>
        <p:spPr>
          <a:xfrm flipV="1">
            <a:off x="6386067" y="2611274"/>
            <a:ext cx="582342" cy="1193851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58110F3-9F90-2967-956E-62F236064162}"/>
              </a:ext>
            </a:extLst>
          </p:cNvPr>
          <p:cNvSpPr/>
          <p:nvPr/>
        </p:nvSpPr>
        <p:spPr>
          <a:xfrm rot="7663402">
            <a:off x="6561307" y="3152505"/>
            <a:ext cx="45719" cy="155505"/>
          </a:xfrm>
          <a:custGeom>
            <a:avLst/>
            <a:gdLst>
              <a:gd name="csX0" fmla="*/ 50800 w 55688"/>
              <a:gd name="csY0" fmla="*/ 0 h 133350"/>
              <a:gd name="csX1" fmla="*/ 50800 w 55688"/>
              <a:gd name="csY1" fmla="*/ 82550 h 133350"/>
              <a:gd name="csX2" fmla="*/ 0 w 55688"/>
              <a:gd name="csY2" fmla="*/ 1333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88" h="133350">
                <a:moveTo>
                  <a:pt x="50800" y="0"/>
                </a:moveTo>
                <a:cubicBezTo>
                  <a:pt x="55033" y="30162"/>
                  <a:pt x="59267" y="60325"/>
                  <a:pt x="50800" y="82550"/>
                </a:cubicBezTo>
                <a:cubicBezTo>
                  <a:pt x="42333" y="104775"/>
                  <a:pt x="21166" y="119062"/>
                  <a:pt x="0" y="1333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5E8ECF-A14C-4482-3236-A62B6ED07609}"/>
              </a:ext>
            </a:extLst>
          </p:cNvPr>
          <p:cNvSpPr txBox="1"/>
          <p:nvPr/>
        </p:nvSpPr>
        <p:spPr>
          <a:xfrm>
            <a:off x="7317902" y="34874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ja-JP" dirty="0"/>
              <a:t>β</a:t>
            </a:r>
            <a:endParaRPr kumimoji="1" lang="ja-JP" alt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69B93FA-A836-15A2-8422-D8E6F6EB975C}"/>
              </a:ext>
            </a:extLst>
          </p:cNvPr>
          <p:cNvCxnSpPr>
            <a:cxnSpLocks/>
          </p:cNvCxnSpPr>
          <p:nvPr/>
        </p:nvCxnSpPr>
        <p:spPr>
          <a:xfrm>
            <a:off x="2863850" y="2710654"/>
            <a:ext cx="2865957" cy="783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8360D6E-B40A-540D-2A51-56D95A9AEF3E}"/>
              </a:ext>
            </a:extLst>
          </p:cNvPr>
          <p:cNvCxnSpPr>
            <a:cxnSpLocks/>
          </p:cNvCxnSpPr>
          <p:nvPr/>
        </p:nvCxnSpPr>
        <p:spPr>
          <a:xfrm flipV="1">
            <a:off x="5681581" y="2810586"/>
            <a:ext cx="7550" cy="680917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EBC8218-1154-75CC-32C1-1D312C3ABE7B}"/>
              </a:ext>
            </a:extLst>
          </p:cNvPr>
          <p:cNvSpPr txBox="1"/>
          <p:nvPr/>
        </p:nvSpPr>
        <p:spPr>
          <a:xfrm>
            <a:off x="5646710" y="3018912"/>
            <a:ext cx="394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θ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695FF3A-421D-FEBC-16A2-C6BF92F47D79}"/>
              </a:ext>
            </a:extLst>
          </p:cNvPr>
          <p:cNvSpPr/>
          <p:nvPr/>
        </p:nvSpPr>
        <p:spPr>
          <a:xfrm rot="13480235">
            <a:off x="5682754" y="3356826"/>
            <a:ext cx="156416" cy="79377"/>
          </a:xfrm>
          <a:custGeom>
            <a:avLst/>
            <a:gdLst>
              <a:gd name="csX0" fmla="*/ 0 w 127000"/>
              <a:gd name="csY0" fmla="*/ 76200 h 78610"/>
              <a:gd name="csX1" fmla="*/ 88900 w 127000"/>
              <a:gd name="csY1" fmla="*/ 69850 h 78610"/>
              <a:gd name="csX2" fmla="*/ 127000 w 127000"/>
              <a:gd name="csY2" fmla="*/ 0 h 78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7000" h="78610">
                <a:moveTo>
                  <a:pt x="0" y="76200"/>
                </a:moveTo>
                <a:cubicBezTo>
                  <a:pt x="34396" y="78316"/>
                  <a:pt x="67733" y="82550"/>
                  <a:pt x="88900" y="69850"/>
                </a:cubicBezTo>
                <a:cubicBezTo>
                  <a:pt x="110067" y="57150"/>
                  <a:pt x="118533" y="28575"/>
                  <a:pt x="127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Straight Arrow Connector 39">
            <a:extLst>
              <a:ext uri="{FF2B5EF4-FFF2-40B4-BE49-F238E27FC236}">
                <a16:creationId xmlns:a16="http://schemas.microsoft.com/office/drawing/2014/main" id="{11C1B729-71AF-E499-8D77-0743BB9453EB}"/>
              </a:ext>
            </a:extLst>
          </p:cNvPr>
          <p:cNvCxnSpPr>
            <a:cxnSpLocks/>
          </p:cNvCxnSpPr>
          <p:nvPr/>
        </p:nvCxnSpPr>
        <p:spPr>
          <a:xfrm>
            <a:off x="6838604" y="3780873"/>
            <a:ext cx="479291" cy="757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0">
            <a:extLst>
              <a:ext uri="{FF2B5EF4-FFF2-40B4-BE49-F238E27FC236}">
                <a16:creationId xmlns:a16="http://schemas.microsoft.com/office/drawing/2014/main" id="{32E592DE-1510-3F3F-5820-0CE8A2840572}"/>
              </a:ext>
            </a:extLst>
          </p:cNvPr>
          <p:cNvCxnSpPr>
            <a:cxnSpLocks/>
          </p:cNvCxnSpPr>
          <p:nvPr/>
        </p:nvCxnSpPr>
        <p:spPr>
          <a:xfrm flipH="1" flipV="1">
            <a:off x="6808997" y="2721898"/>
            <a:ext cx="56327" cy="1648489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34">
            <a:extLst>
              <a:ext uri="{FF2B5EF4-FFF2-40B4-BE49-F238E27FC236}">
                <a16:creationId xmlns:a16="http://schemas.microsoft.com/office/drawing/2014/main" id="{287BF06D-E5D3-14D7-4367-5633832A9E6C}"/>
              </a:ext>
            </a:extLst>
          </p:cNvPr>
          <p:cNvSpPr txBox="1"/>
          <p:nvPr/>
        </p:nvSpPr>
        <p:spPr>
          <a:xfrm>
            <a:off x="6778196" y="3176810"/>
            <a:ext cx="394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θ</a:t>
            </a:r>
            <a:r>
              <a:rPr lang="en-US" altLang="ja-JP" baseline="-25000" dirty="0">
                <a:latin typeface="Century" panose="02040604050505020304" pitchFamily="18" charset="0"/>
              </a:rPr>
              <a:t>2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56" name="Freeform: Shape 35">
            <a:extLst>
              <a:ext uri="{FF2B5EF4-FFF2-40B4-BE49-F238E27FC236}">
                <a16:creationId xmlns:a16="http://schemas.microsoft.com/office/drawing/2014/main" id="{718C072A-79B7-E8E6-2EFE-E27A6A8BF9F2}"/>
              </a:ext>
            </a:extLst>
          </p:cNvPr>
          <p:cNvSpPr/>
          <p:nvPr/>
        </p:nvSpPr>
        <p:spPr>
          <a:xfrm rot="12316830">
            <a:off x="6783156" y="3267757"/>
            <a:ext cx="51832" cy="55696"/>
          </a:xfrm>
          <a:custGeom>
            <a:avLst/>
            <a:gdLst>
              <a:gd name="csX0" fmla="*/ 0 w 127000"/>
              <a:gd name="csY0" fmla="*/ 76200 h 78610"/>
              <a:gd name="csX1" fmla="*/ 88900 w 127000"/>
              <a:gd name="csY1" fmla="*/ 69850 h 78610"/>
              <a:gd name="csX2" fmla="*/ 127000 w 127000"/>
              <a:gd name="csY2" fmla="*/ 0 h 78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7000" h="78610">
                <a:moveTo>
                  <a:pt x="0" y="76200"/>
                </a:moveTo>
                <a:cubicBezTo>
                  <a:pt x="34396" y="78316"/>
                  <a:pt x="67733" y="82550"/>
                  <a:pt x="88900" y="69850"/>
                </a:cubicBezTo>
                <a:cubicBezTo>
                  <a:pt x="110067" y="57150"/>
                  <a:pt x="118533" y="28575"/>
                  <a:pt x="127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934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E1CD74A-F737-D5D1-554B-70604072A7E3}"/>
              </a:ext>
            </a:extLst>
          </p:cNvPr>
          <p:cNvSpPr/>
          <p:nvPr/>
        </p:nvSpPr>
        <p:spPr>
          <a:xfrm>
            <a:off x="2946400" y="1981200"/>
            <a:ext cx="1479550" cy="2120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967F52-3B59-05D8-ABAB-EABB44C8059D}"/>
              </a:ext>
            </a:extLst>
          </p:cNvPr>
          <p:cNvSpPr/>
          <p:nvPr/>
        </p:nvSpPr>
        <p:spPr>
          <a:xfrm>
            <a:off x="3282950" y="2495550"/>
            <a:ext cx="737532" cy="10572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259DBD-9E4D-4CC2-BE54-2818D54D0DEF}"/>
              </a:ext>
            </a:extLst>
          </p:cNvPr>
          <p:cNvCxnSpPr>
            <a:stCxn id="4" idx="0"/>
          </p:cNvCxnSpPr>
          <p:nvPr/>
        </p:nvCxnSpPr>
        <p:spPr>
          <a:xfrm>
            <a:off x="3686175" y="1981200"/>
            <a:ext cx="39719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171B55-E2D9-CB95-0358-6F3DC77B8F29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686175" y="4102100"/>
            <a:ext cx="40798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995D5CF-252B-3FA6-9ACC-88CEA6D1F1B1}"/>
              </a:ext>
            </a:extLst>
          </p:cNvPr>
          <p:cNvSpPr txBox="1"/>
          <p:nvPr/>
        </p:nvSpPr>
        <p:spPr>
          <a:xfrm>
            <a:off x="3407092" y="2071193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times" panose="02020603050405020304" pitchFamily="18" charset="0"/>
                <a:cs typeface="times" panose="02020603050405020304" pitchFamily="18" charset="0"/>
              </a:rPr>
              <a:t>n</a:t>
            </a:r>
            <a:r>
              <a:rPr kumimoji="1" lang="en-US" altLang="ja-JP" baseline="-25000" dirty="0" err="1">
                <a:latin typeface="times" panose="02020603050405020304" pitchFamily="18" charset="0"/>
                <a:cs typeface="times" panose="02020603050405020304" pitchFamily="18" charset="0"/>
              </a:rPr>
              <a:t>clad</a:t>
            </a:r>
            <a:endParaRPr kumimoji="1" lang="ja-JP" altLang="en-US" baseline="-25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55D5FE-54C5-6F8A-E447-040355450C1F}"/>
              </a:ext>
            </a:extLst>
          </p:cNvPr>
          <p:cNvSpPr txBox="1"/>
          <p:nvPr/>
        </p:nvSpPr>
        <p:spPr>
          <a:xfrm>
            <a:off x="3380549" y="2883993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times" panose="02020603050405020304" pitchFamily="18" charset="0"/>
                <a:cs typeface="times" panose="02020603050405020304" pitchFamily="18" charset="0"/>
              </a:rPr>
              <a:t>n</a:t>
            </a:r>
            <a:r>
              <a:rPr kumimoji="1" lang="en-US" altLang="ja-JP" baseline="-25000" dirty="0" err="1">
                <a:latin typeface="times" panose="02020603050405020304" pitchFamily="18" charset="0"/>
                <a:cs typeface="times" panose="02020603050405020304" pitchFamily="18" charset="0"/>
              </a:rPr>
              <a:t>core</a:t>
            </a:r>
            <a:endParaRPr kumimoji="1" lang="ja-JP" altLang="en-US" baseline="-25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5E283A-093A-FB76-0A34-F470FCF62CEA}"/>
              </a:ext>
            </a:extLst>
          </p:cNvPr>
          <p:cNvCxnSpPr/>
          <p:nvPr/>
        </p:nvCxnSpPr>
        <p:spPr>
          <a:xfrm>
            <a:off x="1693193" y="3150632"/>
            <a:ext cx="996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1FB1E9-7425-2D48-5201-E3CD6A91171E}"/>
              </a:ext>
            </a:extLst>
          </p:cNvPr>
          <p:cNvCxnSpPr>
            <a:cxnSpLocks/>
          </p:cNvCxnSpPr>
          <p:nvPr/>
        </p:nvCxnSpPr>
        <p:spPr>
          <a:xfrm flipV="1">
            <a:off x="1699543" y="2356882"/>
            <a:ext cx="0" cy="787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1D44DA-3B20-BA49-6B9B-F417DECF01FC}"/>
              </a:ext>
            </a:extLst>
          </p:cNvPr>
          <p:cNvCxnSpPr>
            <a:cxnSpLocks/>
          </p:cNvCxnSpPr>
          <p:nvPr/>
        </p:nvCxnSpPr>
        <p:spPr>
          <a:xfrm>
            <a:off x="1699543" y="3150632"/>
            <a:ext cx="679450" cy="32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D3E61E5-18F8-6307-9D1F-99A44501E02F}"/>
              </a:ext>
            </a:extLst>
          </p:cNvPr>
          <p:cNvSpPr txBox="1"/>
          <p:nvPr/>
        </p:nvSpPr>
        <p:spPr>
          <a:xfrm>
            <a:off x="1549502" y="19812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22EEB3-9C8E-EB00-0555-56FAFEE6E44C}"/>
              </a:ext>
            </a:extLst>
          </p:cNvPr>
          <p:cNvSpPr txBox="1"/>
          <p:nvPr/>
        </p:nvSpPr>
        <p:spPr>
          <a:xfrm>
            <a:off x="2363845" y="331255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y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B9B83F-2574-D5EF-8F4C-7699F3AB710E}"/>
              </a:ext>
            </a:extLst>
          </p:cNvPr>
          <p:cNvSpPr txBox="1"/>
          <p:nvPr/>
        </p:nvSpPr>
        <p:spPr>
          <a:xfrm>
            <a:off x="2385343" y="281305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z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236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06BB5F-6D76-3735-F631-64DB3A86C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92358"/>
            <a:ext cx="5696745" cy="3134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3767D0-4433-CD71-E66E-E5B50F3EB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25" y="2792358"/>
            <a:ext cx="5860575" cy="28431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D4E51C-9E36-37CB-B5B6-49229FB85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25" y="-101047"/>
            <a:ext cx="11557320" cy="289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54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A489AF-E837-9982-E5AC-FB7663DA3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9178"/>
            <a:ext cx="12192000" cy="3439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A9D52A-AF4E-1080-2C81-0AA569F608D2}"/>
              </a:ext>
            </a:extLst>
          </p:cNvPr>
          <p:cNvSpPr txBox="1"/>
          <p:nvPr/>
        </p:nvSpPr>
        <p:spPr>
          <a:xfrm>
            <a:off x="184484" y="1339846"/>
            <a:ext cx="6162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400G-ZR/ZR+</a:t>
            </a:r>
            <a:r>
              <a:rPr lang="ja-JP" altLang="en-US" dirty="0"/>
              <a:t>とは？</a:t>
            </a:r>
          </a:p>
        </p:txBody>
      </p:sp>
    </p:spTree>
    <p:extLst>
      <p:ext uri="{BB962C8B-B14F-4D97-AF65-F5344CB8AC3E}">
        <p14:creationId xmlns:p14="http://schemas.microsoft.com/office/powerpoint/2010/main" val="1916245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1A0CB-9278-FB5E-2CE4-D9AF5285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D0AF85B-32BB-9CF0-A26B-024C4F8F4DA0}"/>
              </a:ext>
            </a:extLst>
          </p:cNvPr>
          <p:cNvSpPr/>
          <p:nvPr/>
        </p:nvSpPr>
        <p:spPr>
          <a:xfrm>
            <a:off x="2946400" y="1981200"/>
            <a:ext cx="1479550" cy="2120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4036EB-B3B7-2796-197B-3DFA267B8911}"/>
              </a:ext>
            </a:extLst>
          </p:cNvPr>
          <p:cNvSpPr/>
          <p:nvPr/>
        </p:nvSpPr>
        <p:spPr>
          <a:xfrm>
            <a:off x="3282950" y="2495550"/>
            <a:ext cx="737532" cy="10572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6AE2C9-EDEC-4F2C-6B59-CA7EDA86C274}"/>
              </a:ext>
            </a:extLst>
          </p:cNvPr>
          <p:cNvCxnSpPr>
            <a:cxnSpLocks/>
            <a:stCxn id="4" idx="0"/>
          </p:cNvCxnSpPr>
          <p:nvPr/>
        </p:nvCxnSpPr>
        <p:spPr>
          <a:xfrm>
            <a:off x="3686175" y="1981200"/>
            <a:ext cx="58156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289FD3-1CB9-AAA8-0969-12D0AFECF816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686175" y="4102100"/>
            <a:ext cx="59812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7D5879B-5B35-067F-01E2-B62B34C164C0}"/>
              </a:ext>
            </a:extLst>
          </p:cNvPr>
          <p:cNvSpPr txBox="1"/>
          <p:nvPr/>
        </p:nvSpPr>
        <p:spPr>
          <a:xfrm>
            <a:off x="3407092" y="2071193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times" panose="02020603050405020304" pitchFamily="18" charset="0"/>
                <a:cs typeface="times" panose="02020603050405020304" pitchFamily="18" charset="0"/>
              </a:rPr>
              <a:t>n</a:t>
            </a:r>
            <a:r>
              <a:rPr kumimoji="1" lang="en-US" altLang="ja-JP" baseline="-25000" dirty="0" err="1">
                <a:latin typeface="times" panose="02020603050405020304" pitchFamily="18" charset="0"/>
                <a:cs typeface="times" panose="02020603050405020304" pitchFamily="18" charset="0"/>
              </a:rPr>
              <a:t>clad</a:t>
            </a:r>
            <a:endParaRPr kumimoji="1" lang="ja-JP" altLang="en-US" baseline="-25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9BCC03-9C2D-9ACD-66E7-0CF58B8994E9}"/>
              </a:ext>
            </a:extLst>
          </p:cNvPr>
          <p:cNvSpPr txBox="1"/>
          <p:nvPr/>
        </p:nvSpPr>
        <p:spPr>
          <a:xfrm>
            <a:off x="3380549" y="2883993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times" panose="02020603050405020304" pitchFamily="18" charset="0"/>
                <a:cs typeface="times" panose="02020603050405020304" pitchFamily="18" charset="0"/>
              </a:rPr>
              <a:t>n</a:t>
            </a:r>
            <a:r>
              <a:rPr kumimoji="1" lang="en-US" altLang="ja-JP" baseline="-25000" dirty="0" err="1">
                <a:latin typeface="times" panose="02020603050405020304" pitchFamily="18" charset="0"/>
                <a:cs typeface="times" panose="02020603050405020304" pitchFamily="18" charset="0"/>
              </a:rPr>
              <a:t>core</a:t>
            </a:r>
            <a:endParaRPr kumimoji="1" lang="ja-JP" altLang="en-US" baseline="-25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9A6541-A0BB-A427-8D2D-6F11B8EE0F12}"/>
              </a:ext>
            </a:extLst>
          </p:cNvPr>
          <p:cNvCxnSpPr/>
          <p:nvPr/>
        </p:nvCxnSpPr>
        <p:spPr>
          <a:xfrm>
            <a:off x="1693193" y="3150632"/>
            <a:ext cx="996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349CCE-19D0-ABC0-9E02-3DDC1F4BF859}"/>
              </a:ext>
            </a:extLst>
          </p:cNvPr>
          <p:cNvCxnSpPr>
            <a:cxnSpLocks/>
          </p:cNvCxnSpPr>
          <p:nvPr/>
        </p:nvCxnSpPr>
        <p:spPr>
          <a:xfrm flipV="1">
            <a:off x="1699543" y="2356882"/>
            <a:ext cx="0" cy="787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30AB565-9E4A-29AE-3D3E-AA1FA1293C7B}"/>
              </a:ext>
            </a:extLst>
          </p:cNvPr>
          <p:cNvCxnSpPr>
            <a:cxnSpLocks/>
          </p:cNvCxnSpPr>
          <p:nvPr/>
        </p:nvCxnSpPr>
        <p:spPr>
          <a:xfrm>
            <a:off x="1699543" y="3150632"/>
            <a:ext cx="679450" cy="32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ADAD0E8-3CD1-93DC-0B6F-253477E65E11}"/>
              </a:ext>
            </a:extLst>
          </p:cNvPr>
          <p:cNvSpPr txBox="1"/>
          <p:nvPr/>
        </p:nvSpPr>
        <p:spPr>
          <a:xfrm>
            <a:off x="1549502" y="19812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DCFA8B-A69D-6AD1-893B-2C2D9CF76E33}"/>
              </a:ext>
            </a:extLst>
          </p:cNvPr>
          <p:cNvSpPr txBox="1"/>
          <p:nvPr/>
        </p:nvSpPr>
        <p:spPr>
          <a:xfrm>
            <a:off x="2363845" y="331255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y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86978B-3C32-CEB5-9771-EF4EB75974B8}"/>
              </a:ext>
            </a:extLst>
          </p:cNvPr>
          <p:cNvSpPr txBox="1"/>
          <p:nvPr/>
        </p:nvSpPr>
        <p:spPr>
          <a:xfrm>
            <a:off x="2385343" y="281305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z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DA312E9E-08BD-40B9-3E30-8EA145F9C634}"/>
              </a:ext>
            </a:extLst>
          </p:cNvPr>
          <p:cNvCxnSpPr>
            <a:cxnSpLocks/>
            <a:stCxn id="5" idx="0"/>
          </p:cNvCxnSpPr>
          <p:nvPr/>
        </p:nvCxnSpPr>
        <p:spPr>
          <a:xfrm>
            <a:off x="3651716" y="2495550"/>
            <a:ext cx="580371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32AFEE0-9F31-6713-F97F-59C2210F12E2}"/>
              </a:ext>
            </a:extLst>
          </p:cNvPr>
          <p:cNvCxnSpPr>
            <a:cxnSpLocks/>
          </p:cNvCxnSpPr>
          <p:nvPr/>
        </p:nvCxnSpPr>
        <p:spPr>
          <a:xfrm>
            <a:off x="3651716" y="3552784"/>
            <a:ext cx="596936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4">
            <a:extLst>
              <a:ext uri="{FF2B5EF4-FFF2-40B4-BE49-F238E27FC236}">
                <a16:creationId xmlns:a16="http://schemas.microsoft.com/office/drawing/2014/main" id="{83FD3DB5-19E4-3FCC-22A3-F9F8A4FE7211}"/>
              </a:ext>
            </a:extLst>
          </p:cNvPr>
          <p:cNvSpPr/>
          <p:nvPr/>
        </p:nvSpPr>
        <p:spPr>
          <a:xfrm>
            <a:off x="8382871" y="2495550"/>
            <a:ext cx="483398" cy="1057234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Oval 4">
            <a:extLst>
              <a:ext uri="{FF2B5EF4-FFF2-40B4-BE49-F238E27FC236}">
                <a16:creationId xmlns:a16="http://schemas.microsoft.com/office/drawing/2014/main" id="{E168952E-433B-1F90-F5D4-5DA21FCFBE26}"/>
              </a:ext>
            </a:extLst>
          </p:cNvPr>
          <p:cNvSpPr/>
          <p:nvPr/>
        </p:nvSpPr>
        <p:spPr>
          <a:xfrm>
            <a:off x="7701814" y="2492034"/>
            <a:ext cx="483398" cy="1057234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Oval 4">
            <a:extLst>
              <a:ext uri="{FF2B5EF4-FFF2-40B4-BE49-F238E27FC236}">
                <a16:creationId xmlns:a16="http://schemas.microsoft.com/office/drawing/2014/main" id="{E7AC7E87-E228-D025-A0CE-F1770156BE28}"/>
              </a:ext>
            </a:extLst>
          </p:cNvPr>
          <p:cNvSpPr/>
          <p:nvPr/>
        </p:nvSpPr>
        <p:spPr>
          <a:xfrm>
            <a:off x="6980895" y="2493222"/>
            <a:ext cx="483398" cy="1057234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Oval 4">
            <a:extLst>
              <a:ext uri="{FF2B5EF4-FFF2-40B4-BE49-F238E27FC236}">
                <a16:creationId xmlns:a16="http://schemas.microsoft.com/office/drawing/2014/main" id="{71D2D838-CEC3-A7E7-01E8-7F43A7074F83}"/>
              </a:ext>
            </a:extLst>
          </p:cNvPr>
          <p:cNvSpPr/>
          <p:nvPr/>
        </p:nvSpPr>
        <p:spPr>
          <a:xfrm>
            <a:off x="6226086" y="2499067"/>
            <a:ext cx="483398" cy="1057234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Oval 4">
            <a:extLst>
              <a:ext uri="{FF2B5EF4-FFF2-40B4-BE49-F238E27FC236}">
                <a16:creationId xmlns:a16="http://schemas.microsoft.com/office/drawing/2014/main" id="{E70D00BF-2DA4-B210-B70F-331637E1798E}"/>
              </a:ext>
            </a:extLst>
          </p:cNvPr>
          <p:cNvSpPr/>
          <p:nvPr/>
        </p:nvSpPr>
        <p:spPr>
          <a:xfrm>
            <a:off x="5505167" y="2492034"/>
            <a:ext cx="483398" cy="1057234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4B175DA7-3ED6-430B-F907-180649D80370}"/>
              </a:ext>
            </a:extLst>
          </p:cNvPr>
          <p:cNvCxnSpPr>
            <a:cxnSpLocks/>
          </p:cNvCxnSpPr>
          <p:nvPr/>
        </p:nvCxnSpPr>
        <p:spPr>
          <a:xfrm flipV="1">
            <a:off x="5733731" y="2498660"/>
            <a:ext cx="19878" cy="2244118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E661173F-737E-9D38-0A7D-73522C19C8CE}"/>
              </a:ext>
            </a:extLst>
          </p:cNvPr>
          <p:cNvCxnSpPr>
            <a:cxnSpLocks/>
          </p:cNvCxnSpPr>
          <p:nvPr/>
        </p:nvCxnSpPr>
        <p:spPr>
          <a:xfrm flipV="1">
            <a:off x="8604692" y="2498660"/>
            <a:ext cx="19878" cy="2244118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6C5C2136-BF76-C1E2-E81D-0519B6F0C3C0}"/>
              </a:ext>
            </a:extLst>
          </p:cNvPr>
          <p:cNvCxnSpPr/>
          <p:nvPr/>
        </p:nvCxnSpPr>
        <p:spPr>
          <a:xfrm>
            <a:off x="5733731" y="4518991"/>
            <a:ext cx="2890839" cy="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388989A-2EB6-A86C-015D-D2A8792D4FCF}"/>
              </a:ext>
            </a:extLst>
          </p:cNvPr>
          <p:cNvSpPr txBox="1"/>
          <p:nvPr/>
        </p:nvSpPr>
        <p:spPr>
          <a:xfrm>
            <a:off x="6129987" y="4610018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Bragg gratings length</a:t>
            </a:r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2B0282C4-34AC-42E7-8F53-F6A4BE656C29}"/>
              </a:ext>
            </a:extLst>
          </p:cNvPr>
          <p:cNvSpPr/>
          <p:nvPr/>
        </p:nvSpPr>
        <p:spPr>
          <a:xfrm>
            <a:off x="4582767" y="2855860"/>
            <a:ext cx="5084694" cy="280034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B2C1686C-695C-F70C-BAD6-9341B75390C3}"/>
              </a:ext>
            </a:extLst>
          </p:cNvPr>
          <p:cNvSpPr/>
          <p:nvPr/>
        </p:nvSpPr>
        <p:spPr>
          <a:xfrm rot="10800000">
            <a:off x="4616183" y="2701473"/>
            <a:ext cx="679244" cy="150871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矢印: 右 40">
            <a:extLst>
              <a:ext uri="{FF2B5EF4-FFF2-40B4-BE49-F238E27FC236}">
                <a16:creationId xmlns:a16="http://schemas.microsoft.com/office/drawing/2014/main" id="{566FF6FB-E984-DC3B-B409-0BA5913CC6E7}"/>
              </a:ext>
            </a:extLst>
          </p:cNvPr>
          <p:cNvSpPr/>
          <p:nvPr/>
        </p:nvSpPr>
        <p:spPr>
          <a:xfrm rot="9551747">
            <a:off x="5981994" y="2550005"/>
            <a:ext cx="456783" cy="102185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矢印: 右 41">
            <a:extLst>
              <a:ext uri="{FF2B5EF4-FFF2-40B4-BE49-F238E27FC236}">
                <a16:creationId xmlns:a16="http://schemas.microsoft.com/office/drawing/2014/main" id="{E142564C-0FCF-0D7A-D946-221C2AD988A1}"/>
              </a:ext>
            </a:extLst>
          </p:cNvPr>
          <p:cNvSpPr/>
          <p:nvPr/>
        </p:nvSpPr>
        <p:spPr>
          <a:xfrm rot="9551747">
            <a:off x="6777175" y="2550004"/>
            <a:ext cx="456783" cy="102185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矢印: 右 42">
            <a:extLst>
              <a:ext uri="{FF2B5EF4-FFF2-40B4-BE49-F238E27FC236}">
                <a16:creationId xmlns:a16="http://schemas.microsoft.com/office/drawing/2014/main" id="{5464174D-F154-823A-BAC4-982B62E22CF0}"/>
              </a:ext>
            </a:extLst>
          </p:cNvPr>
          <p:cNvSpPr/>
          <p:nvPr/>
        </p:nvSpPr>
        <p:spPr>
          <a:xfrm rot="9551747">
            <a:off x="7514837" y="2550003"/>
            <a:ext cx="456783" cy="102185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2893BB8A-D5AA-CBBB-7565-CAD84FAD3F87}"/>
              </a:ext>
            </a:extLst>
          </p:cNvPr>
          <p:cNvSpPr/>
          <p:nvPr/>
        </p:nvSpPr>
        <p:spPr>
          <a:xfrm rot="9551747">
            <a:off x="8194341" y="2555675"/>
            <a:ext cx="456783" cy="102185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矢印: 右 44">
            <a:extLst>
              <a:ext uri="{FF2B5EF4-FFF2-40B4-BE49-F238E27FC236}">
                <a16:creationId xmlns:a16="http://schemas.microsoft.com/office/drawing/2014/main" id="{4A61DF6C-59C8-6394-3BA1-940CCE4B8314}"/>
              </a:ext>
            </a:extLst>
          </p:cNvPr>
          <p:cNvSpPr/>
          <p:nvPr/>
        </p:nvSpPr>
        <p:spPr>
          <a:xfrm rot="9551747">
            <a:off x="5258766" y="2543088"/>
            <a:ext cx="456783" cy="102185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矢印: 右 45">
            <a:extLst>
              <a:ext uri="{FF2B5EF4-FFF2-40B4-BE49-F238E27FC236}">
                <a16:creationId xmlns:a16="http://schemas.microsoft.com/office/drawing/2014/main" id="{29DB7FD7-AD53-9045-387F-947A1994C533}"/>
              </a:ext>
            </a:extLst>
          </p:cNvPr>
          <p:cNvSpPr/>
          <p:nvPr/>
        </p:nvSpPr>
        <p:spPr>
          <a:xfrm rot="10800000">
            <a:off x="4629182" y="3177889"/>
            <a:ext cx="679244" cy="150871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06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485933C-CB95-47C5-8504-790EE28B0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50" y="1268413"/>
            <a:ext cx="571500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0935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4CC4C9-79AC-AC4A-2FA0-0C87D8914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27" y="0"/>
            <a:ext cx="7059526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682CF8-21B5-9BFA-D0EE-75A936A6A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271" y="3166946"/>
            <a:ext cx="5673241" cy="290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9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74775-85D3-DEC7-80CF-A1A46A67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5691FE4-DF2D-5559-87D6-1433A363A2B8}"/>
              </a:ext>
            </a:extLst>
          </p:cNvPr>
          <p:cNvSpPr/>
          <p:nvPr/>
        </p:nvSpPr>
        <p:spPr>
          <a:xfrm>
            <a:off x="2946400" y="1981200"/>
            <a:ext cx="1479550" cy="2120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0206C6-DB7F-5EDE-1119-40A0C8D0047C}"/>
              </a:ext>
            </a:extLst>
          </p:cNvPr>
          <p:cNvSpPr/>
          <p:nvPr/>
        </p:nvSpPr>
        <p:spPr>
          <a:xfrm>
            <a:off x="3282950" y="2495550"/>
            <a:ext cx="737532" cy="10572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89C756-FD0C-FBD6-D7E6-896F1E5E52C4}"/>
              </a:ext>
            </a:extLst>
          </p:cNvPr>
          <p:cNvCxnSpPr>
            <a:stCxn id="4" idx="0"/>
          </p:cNvCxnSpPr>
          <p:nvPr/>
        </p:nvCxnSpPr>
        <p:spPr>
          <a:xfrm>
            <a:off x="3686175" y="1981200"/>
            <a:ext cx="39719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748463-83A2-0A85-13A5-BF2BFC6D271F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686175" y="4102100"/>
            <a:ext cx="40798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3E2025-3C17-B7C3-E36B-E13135599FF8}"/>
              </a:ext>
            </a:extLst>
          </p:cNvPr>
          <p:cNvCxnSpPr>
            <a:cxnSpLocks/>
          </p:cNvCxnSpPr>
          <p:nvPr/>
        </p:nvCxnSpPr>
        <p:spPr>
          <a:xfrm>
            <a:off x="4425950" y="3088685"/>
            <a:ext cx="3536950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6C44CD-9B71-F884-FF76-12A1D008AF79}"/>
              </a:ext>
            </a:extLst>
          </p:cNvPr>
          <p:cNvCxnSpPr>
            <a:cxnSpLocks/>
          </p:cNvCxnSpPr>
          <p:nvPr/>
        </p:nvCxnSpPr>
        <p:spPr>
          <a:xfrm flipV="1">
            <a:off x="3683918" y="1498600"/>
            <a:ext cx="0" cy="34988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9FEC1D7-440D-5E2A-7EED-EF419BE69125}"/>
              </a:ext>
            </a:extLst>
          </p:cNvPr>
          <p:cNvSpPr txBox="1"/>
          <p:nvPr/>
        </p:nvSpPr>
        <p:spPr>
          <a:xfrm>
            <a:off x="3533877" y="10845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933B71-7ACB-C1A1-34FF-889442FA1DC5}"/>
              </a:ext>
            </a:extLst>
          </p:cNvPr>
          <p:cNvSpPr txBox="1"/>
          <p:nvPr/>
        </p:nvSpPr>
        <p:spPr>
          <a:xfrm>
            <a:off x="2667607" y="17964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y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F9845A-C1C0-0CD0-DB34-DBACAF9D5F39}"/>
              </a:ext>
            </a:extLst>
          </p:cNvPr>
          <p:cNvSpPr txBox="1"/>
          <p:nvPr/>
        </p:nvSpPr>
        <p:spPr>
          <a:xfrm>
            <a:off x="7675642" y="3004643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z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43847AF3-BC75-F544-3FC0-463A2872051C}"/>
              </a:ext>
            </a:extLst>
          </p:cNvPr>
          <p:cNvCxnSpPr>
            <a:cxnSpLocks/>
          </p:cNvCxnSpPr>
          <p:nvPr/>
        </p:nvCxnSpPr>
        <p:spPr>
          <a:xfrm>
            <a:off x="2946400" y="2165778"/>
            <a:ext cx="2011715" cy="2446487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19">
            <a:extLst>
              <a:ext uri="{FF2B5EF4-FFF2-40B4-BE49-F238E27FC236}">
                <a16:creationId xmlns:a16="http://schemas.microsoft.com/office/drawing/2014/main" id="{7DCEB1A5-46F8-6541-555F-988B41B21EF2}"/>
              </a:ext>
            </a:extLst>
          </p:cNvPr>
          <p:cNvCxnSpPr>
            <a:cxnSpLocks/>
          </p:cNvCxnSpPr>
          <p:nvPr/>
        </p:nvCxnSpPr>
        <p:spPr>
          <a:xfrm>
            <a:off x="3683918" y="3074953"/>
            <a:ext cx="336564" cy="0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F4971A3-139E-3877-3B8B-3E6F2B1F5C92}"/>
              </a:ext>
            </a:extLst>
          </p:cNvPr>
          <p:cNvGrpSpPr/>
          <p:nvPr/>
        </p:nvGrpSpPr>
        <p:grpSpPr>
          <a:xfrm rot="378356">
            <a:off x="1830944" y="1847269"/>
            <a:ext cx="3674235" cy="2561673"/>
            <a:chOff x="1845071" y="1861618"/>
            <a:chExt cx="3674235" cy="256167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C7E9838-FCBF-ECCF-C53F-8AF1E6AA39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5071" y="3056062"/>
              <a:ext cx="1888729" cy="136722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22">
              <a:extLst>
                <a:ext uri="{FF2B5EF4-FFF2-40B4-BE49-F238E27FC236}">
                  <a16:creationId xmlns:a16="http://schemas.microsoft.com/office/drawing/2014/main" id="{3C4257F4-7E7E-9775-6750-7311AAA212EC}"/>
                </a:ext>
              </a:extLst>
            </p:cNvPr>
            <p:cNvCxnSpPr>
              <a:cxnSpLocks/>
            </p:cNvCxnSpPr>
            <p:nvPr/>
          </p:nvCxnSpPr>
          <p:spPr>
            <a:xfrm rot="21221644" flipV="1">
              <a:off x="4308375" y="1861618"/>
              <a:ext cx="1210931" cy="68774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22">
              <a:extLst>
                <a:ext uri="{FF2B5EF4-FFF2-40B4-BE49-F238E27FC236}">
                  <a16:creationId xmlns:a16="http://schemas.microsoft.com/office/drawing/2014/main" id="{775EA508-FBCF-6B3C-36C8-419E2B3AF7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0367" y="2609702"/>
              <a:ext cx="649919" cy="470469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ot"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막힌 원호 48">
            <a:extLst>
              <a:ext uri="{FF2B5EF4-FFF2-40B4-BE49-F238E27FC236}">
                <a16:creationId xmlns:a16="http://schemas.microsoft.com/office/drawing/2014/main" id="{EAE6A2E7-CB09-B3D8-6EB4-EAFC6C94CBEA}"/>
              </a:ext>
            </a:extLst>
          </p:cNvPr>
          <p:cNvSpPr/>
          <p:nvPr/>
        </p:nvSpPr>
        <p:spPr>
          <a:xfrm rot="4701866">
            <a:off x="4289355" y="2759001"/>
            <a:ext cx="448730" cy="227548"/>
          </a:xfrm>
          <a:prstGeom prst="blockArc">
            <a:avLst>
              <a:gd name="adj1" fmla="val 10800000"/>
              <a:gd name="adj2" fmla="val 21574061"/>
              <a:gd name="adj3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7F4BA69-D557-1588-83C2-C9943254ACF6}"/>
                  </a:ext>
                </a:extLst>
              </p:cNvPr>
              <p:cNvSpPr txBox="1"/>
              <p:nvPr/>
            </p:nvSpPr>
            <p:spPr>
              <a:xfrm>
                <a:off x="4661968" y="2582222"/>
                <a:ext cx="2703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7F4BA69-D557-1588-83C2-C9943254A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968" y="2582222"/>
                <a:ext cx="270330" cy="369332"/>
              </a:xfrm>
              <a:prstGeom prst="rect">
                <a:avLst/>
              </a:prstGeom>
              <a:blipFill>
                <a:blip r:embed="rId2"/>
                <a:stretch>
                  <a:fillRect l="-25000" r="-18182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Oval 3">
            <a:extLst>
              <a:ext uri="{FF2B5EF4-FFF2-40B4-BE49-F238E27FC236}">
                <a16:creationId xmlns:a16="http://schemas.microsoft.com/office/drawing/2014/main" id="{04F0E248-FD46-0947-6ADF-5FD6A3554832}"/>
              </a:ext>
            </a:extLst>
          </p:cNvPr>
          <p:cNvSpPr/>
          <p:nvPr/>
        </p:nvSpPr>
        <p:spPr>
          <a:xfrm>
            <a:off x="8356032" y="1981200"/>
            <a:ext cx="2102457" cy="21209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9" name="Straight Arrow Connector 19">
            <a:extLst>
              <a:ext uri="{FF2B5EF4-FFF2-40B4-BE49-F238E27FC236}">
                <a16:creationId xmlns:a16="http://schemas.microsoft.com/office/drawing/2014/main" id="{07AA4956-8D9D-7220-8E92-5C9539CC0F5C}"/>
              </a:ext>
            </a:extLst>
          </p:cNvPr>
          <p:cNvCxnSpPr>
            <a:cxnSpLocks/>
          </p:cNvCxnSpPr>
          <p:nvPr/>
        </p:nvCxnSpPr>
        <p:spPr>
          <a:xfrm flipH="1">
            <a:off x="9407260" y="3087606"/>
            <a:ext cx="1556985" cy="0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20">
            <a:extLst>
              <a:ext uri="{FF2B5EF4-FFF2-40B4-BE49-F238E27FC236}">
                <a16:creationId xmlns:a16="http://schemas.microsoft.com/office/drawing/2014/main" id="{8930364A-A9FF-9496-AD49-BFB97F81A8B0}"/>
              </a:ext>
            </a:extLst>
          </p:cNvPr>
          <p:cNvCxnSpPr>
            <a:cxnSpLocks/>
          </p:cNvCxnSpPr>
          <p:nvPr/>
        </p:nvCxnSpPr>
        <p:spPr>
          <a:xfrm flipV="1">
            <a:off x="9407260" y="1018745"/>
            <a:ext cx="0" cy="209673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09F1BFA-7BE1-387D-8CEE-81974AE0BA44}"/>
              </a:ext>
            </a:extLst>
          </p:cNvPr>
          <p:cNvSpPr txBox="1"/>
          <p:nvPr/>
        </p:nvSpPr>
        <p:spPr>
          <a:xfrm>
            <a:off x="11006380" y="2828839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y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50665A2-4987-7290-FD08-E704DC4A8848}"/>
              </a:ext>
            </a:extLst>
          </p:cNvPr>
          <p:cNvSpPr txBox="1"/>
          <p:nvPr/>
        </p:nvSpPr>
        <p:spPr>
          <a:xfrm>
            <a:off x="9407259" y="8549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78" name="Straight Arrow Connector 22">
            <a:extLst>
              <a:ext uri="{FF2B5EF4-FFF2-40B4-BE49-F238E27FC236}">
                <a16:creationId xmlns:a16="http://schemas.microsoft.com/office/drawing/2014/main" id="{128CB1F6-D5ED-EBDA-EFA2-EB8394DBC06D}"/>
              </a:ext>
            </a:extLst>
          </p:cNvPr>
          <p:cNvCxnSpPr>
            <a:cxnSpLocks/>
          </p:cNvCxnSpPr>
          <p:nvPr/>
        </p:nvCxnSpPr>
        <p:spPr>
          <a:xfrm flipH="1" flipV="1">
            <a:off x="8656114" y="2828839"/>
            <a:ext cx="715829" cy="2308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19">
            <a:extLst>
              <a:ext uri="{FF2B5EF4-FFF2-40B4-BE49-F238E27FC236}">
                <a16:creationId xmlns:a16="http://schemas.microsoft.com/office/drawing/2014/main" id="{EF37BE50-DEEA-C125-46D1-A214E377EC9F}"/>
              </a:ext>
            </a:extLst>
          </p:cNvPr>
          <p:cNvCxnSpPr>
            <a:cxnSpLocks/>
          </p:cNvCxnSpPr>
          <p:nvPr/>
        </p:nvCxnSpPr>
        <p:spPr>
          <a:xfrm flipV="1">
            <a:off x="8278622" y="3059736"/>
            <a:ext cx="1128637" cy="1552529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33DF3E19-ED93-CFF2-CAB8-19358F785F2D}"/>
              </a:ext>
            </a:extLst>
          </p:cNvPr>
          <p:cNvSpPr txBox="1"/>
          <p:nvPr/>
        </p:nvSpPr>
        <p:spPr>
          <a:xfrm>
            <a:off x="8356032" y="4489687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z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89" name="Straight Arrow Connector 22">
            <a:extLst>
              <a:ext uri="{FF2B5EF4-FFF2-40B4-BE49-F238E27FC236}">
                <a16:creationId xmlns:a16="http://schemas.microsoft.com/office/drawing/2014/main" id="{BF502816-8DA5-6B94-2449-B3934F2C0BDE}"/>
              </a:ext>
            </a:extLst>
          </p:cNvPr>
          <p:cNvCxnSpPr>
            <a:cxnSpLocks/>
          </p:cNvCxnSpPr>
          <p:nvPr/>
        </p:nvCxnSpPr>
        <p:spPr>
          <a:xfrm flipH="1" flipV="1">
            <a:off x="8697575" y="2812982"/>
            <a:ext cx="409605" cy="6866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22">
            <a:extLst>
              <a:ext uri="{FF2B5EF4-FFF2-40B4-BE49-F238E27FC236}">
                <a16:creationId xmlns:a16="http://schemas.microsoft.com/office/drawing/2014/main" id="{A8A60320-A828-602D-203C-160DC05BF21E}"/>
              </a:ext>
            </a:extLst>
          </p:cNvPr>
          <p:cNvCxnSpPr>
            <a:cxnSpLocks/>
          </p:cNvCxnSpPr>
          <p:nvPr/>
        </p:nvCxnSpPr>
        <p:spPr>
          <a:xfrm flipH="1">
            <a:off x="8708367" y="2401697"/>
            <a:ext cx="359659" cy="39775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22">
            <a:extLst>
              <a:ext uri="{FF2B5EF4-FFF2-40B4-BE49-F238E27FC236}">
                <a16:creationId xmlns:a16="http://schemas.microsoft.com/office/drawing/2014/main" id="{352E1FEB-FA89-2EAC-20D9-DCCC35FFF44A}"/>
              </a:ext>
            </a:extLst>
          </p:cNvPr>
          <p:cNvCxnSpPr>
            <a:cxnSpLocks/>
          </p:cNvCxnSpPr>
          <p:nvPr/>
        </p:nvCxnSpPr>
        <p:spPr>
          <a:xfrm flipH="1" flipV="1">
            <a:off x="9049345" y="2401697"/>
            <a:ext cx="337977" cy="639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22">
            <a:extLst>
              <a:ext uri="{FF2B5EF4-FFF2-40B4-BE49-F238E27FC236}">
                <a16:creationId xmlns:a16="http://schemas.microsoft.com/office/drawing/2014/main" id="{0088F283-D1DA-E896-1D30-667CAE9E6630}"/>
              </a:ext>
            </a:extLst>
          </p:cNvPr>
          <p:cNvCxnSpPr>
            <a:cxnSpLocks/>
          </p:cNvCxnSpPr>
          <p:nvPr/>
        </p:nvCxnSpPr>
        <p:spPr>
          <a:xfrm flipH="1">
            <a:off x="9092902" y="3076936"/>
            <a:ext cx="294420" cy="4099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막힌 원호 124">
            <a:extLst>
              <a:ext uri="{FF2B5EF4-FFF2-40B4-BE49-F238E27FC236}">
                <a16:creationId xmlns:a16="http://schemas.microsoft.com/office/drawing/2014/main" id="{0FB9D7C2-9769-B207-1E1E-B832102DED82}"/>
              </a:ext>
            </a:extLst>
          </p:cNvPr>
          <p:cNvSpPr/>
          <p:nvPr/>
        </p:nvSpPr>
        <p:spPr>
          <a:xfrm rot="14184790">
            <a:off x="9078423" y="3059226"/>
            <a:ext cx="279822" cy="141896"/>
          </a:xfrm>
          <a:prstGeom prst="blockArc">
            <a:avLst>
              <a:gd name="adj1" fmla="val 10800000"/>
              <a:gd name="adj2" fmla="val 21574061"/>
              <a:gd name="adj3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A318B9C-9EEE-A303-1A0C-E1AA52D92522}"/>
                  </a:ext>
                </a:extLst>
              </p:cNvPr>
              <p:cNvSpPr txBox="1"/>
              <p:nvPr/>
            </p:nvSpPr>
            <p:spPr>
              <a:xfrm>
                <a:off x="8904532" y="3052387"/>
                <a:ext cx="2703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A318B9C-9EEE-A303-1A0C-E1AA52D92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532" y="3052387"/>
                <a:ext cx="270330" cy="369332"/>
              </a:xfrm>
              <a:prstGeom prst="rect">
                <a:avLst/>
              </a:prstGeom>
              <a:blipFill>
                <a:blip r:embed="rId3"/>
                <a:stretch>
                  <a:fillRect l="-25000" r="-18182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화살표: 아래쪽 127">
            <a:extLst>
              <a:ext uri="{FF2B5EF4-FFF2-40B4-BE49-F238E27FC236}">
                <a16:creationId xmlns:a16="http://schemas.microsoft.com/office/drawing/2014/main" id="{FC119CFB-B418-0535-E9DD-634691D8BA00}"/>
              </a:ext>
            </a:extLst>
          </p:cNvPr>
          <p:cNvSpPr/>
          <p:nvPr/>
        </p:nvSpPr>
        <p:spPr>
          <a:xfrm rot="3217201">
            <a:off x="4078016" y="1128800"/>
            <a:ext cx="460574" cy="9907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B67F157-820A-3D3A-B29F-F2AF00FC54D1}"/>
              </a:ext>
            </a:extLst>
          </p:cNvPr>
          <p:cNvSpPr txBox="1"/>
          <p:nvPr/>
        </p:nvSpPr>
        <p:spPr>
          <a:xfrm>
            <a:off x="4711605" y="1082534"/>
            <a:ext cx="4012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ungsuh" panose="02030600000101010101" pitchFamily="18" charset="-127"/>
                <a:ea typeface="Gungsuh" panose="02030600000101010101" pitchFamily="18" charset="-127"/>
              </a:rPr>
              <a:t>Look at from this perspective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EE8E338-E26F-D850-F319-3470B2D3BED6}"/>
                  </a:ext>
                </a:extLst>
              </p:cNvPr>
              <p:cNvSpPr txBox="1"/>
              <p:nvPr/>
            </p:nvSpPr>
            <p:spPr>
              <a:xfrm rot="21357679">
                <a:off x="9194402" y="3211586"/>
                <a:ext cx="2834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EE8E338-E26F-D850-F319-3470B2D3B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57679">
                <a:off x="9194402" y="3211586"/>
                <a:ext cx="283411" cy="369332"/>
              </a:xfrm>
              <a:prstGeom prst="rect">
                <a:avLst/>
              </a:prstGeom>
              <a:blipFill>
                <a:blip r:embed="rId4"/>
                <a:stretch>
                  <a:fillRect l="-31373" t="-3125" r="-29412" b="-3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52F9BC21-A2B1-D757-7F0F-231774C5EB1A}"/>
                  </a:ext>
                </a:extLst>
              </p:cNvPr>
              <p:cNvSpPr txBox="1"/>
              <p:nvPr/>
            </p:nvSpPr>
            <p:spPr>
              <a:xfrm rot="20180983">
                <a:off x="8939007" y="2035808"/>
                <a:ext cx="3965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52F9BC21-A2B1-D757-7F0F-231774C5E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80983">
                <a:off x="8939007" y="2035808"/>
                <a:ext cx="396582" cy="369332"/>
              </a:xfrm>
              <a:prstGeom prst="rect">
                <a:avLst/>
              </a:prstGeom>
              <a:blipFill>
                <a:blip r:embed="rId5"/>
                <a:stretch>
                  <a:fillRect l="-9412" r="-1176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363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3FC46-BB6F-2937-FC15-EAD68CA6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2">
            <a:extLst>
              <a:ext uri="{FF2B5EF4-FFF2-40B4-BE49-F238E27FC236}">
                <a16:creationId xmlns:a16="http://schemas.microsoft.com/office/drawing/2014/main" id="{BE7FA2A7-B0B0-1690-6F6F-66A4BE3BF254}"/>
              </a:ext>
            </a:extLst>
          </p:cNvPr>
          <p:cNvCxnSpPr>
            <a:cxnSpLocks/>
          </p:cNvCxnSpPr>
          <p:nvPr/>
        </p:nvCxnSpPr>
        <p:spPr>
          <a:xfrm flipH="1" flipV="1">
            <a:off x="9398292" y="3059116"/>
            <a:ext cx="1625319" cy="524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9">
            <a:extLst>
              <a:ext uri="{FF2B5EF4-FFF2-40B4-BE49-F238E27FC236}">
                <a16:creationId xmlns:a16="http://schemas.microsoft.com/office/drawing/2014/main" id="{9AD24558-ECC4-D7E6-67C2-EDE4927AAD4C}"/>
              </a:ext>
            </a:extLst>
          </p:cNvPr>
          <p:cNvCxnSpPr>
            <a:cxnSpLocks/>
          </p:cNvCxnSpPr>
          <p:nvPr/>
        </p:nvCxnSpPr>
        <p:spPr>
          <a:xfrm flipV="1">
            <a:off x="9400688" y="1081445"/>
            <a:ext cx="1462774" cy="2012161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D8BFBF1-3113-6790-E6E3-41453731788A}"/>
              </a:ext>
            </a:extLst>
          </p:cNvPr>
          <p:cNvSpPr/>
          <p:nvPr/>
        </p:nvSpPr>
        <p:spPr>
          <a:xfrm>
            <a:off x="2946400" y="1981200"/>
            <a:ext cx="1479550" cy="2120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FEFAC8-7164-CBDC-D1EB-63BAB15383F3}"/>
              </a:ext>
            </a:extLst>
          </p:cNvPr>
          <p:cNvSpPr/>
          <p:nvPr/>
        </p:nvSpPr>
        <p:spPr>
          <a:xfrm>
            <a:off x="3282950" y="2495550"/>
            <a:ext cx="737532" cy="10572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4A6613-F680-470A-11A8-8E24AFA3EEB6}"/>
              </a:ext>
            </a:extLst>
          </p:cNvPr>
          <p:cNvCxnSpPr>
            <a:stCxn id="4" idx="0"/>
          </p:cNvCxnSpPr>
          <p:nvPr/>
        </p:nvCxnSpPr>
        <p:spPr>
          <a:xfrm>
            <a:off x="3686175" y="1981200"/>
            <a:ext cx="39719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1CF7A5-A4FB-EF61-0E19-65F32143B3D3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686175" y="4102100"/>
            <a:ext cx="40798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41618A-5BC9-DEC4-9A6E-8C48DED91455}"/>
              </a:ext>
            </a:extLst>
          </p:cNvPr>
          <p:cNvCxnSpPr>
            <a:cxnSpLocks/>
          </p:cNvCxnSpPr>
          <p:nvPr/>
        </p:nvCxnSpPr>
        <p:spPr>
          <a:xfrm>
            <a:off x="4425950" y="3088685"/>
            <a:ext cx="3536950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193A9B-32EF-BB5E-423C-C7C12DA55127}"/>
              </a:ext>
            </a:extLst>
          </p:cNvPr>
          <p:cNvCxnSpPr>
            <a:cxnSpLocks/>
          </p:cNvCxnSpPr>
          <p:nvPr/>
        </p:nvCxnSpPr>
        <p:spPr>
          <a:xfrm flipV="1">
            <a:off x="3683918" y="1498600"/>
            <a:ext cx="0" cy="34988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6156A5-BEE5-0172-0D94-8B3E147B499F}"/>
              </a:ext>
            </a:extLst>
          </p:cNvPr>
          <p:cNvSpPr txBox="1"/>
          <p:nvPr/>
        </p:nvSpPr>
        <p:spPr>
          <a:xfrm>
            <a:off x="3533877" y="10845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6236FF-D554-74E9-7C4B-EC69AFBF513F}"/>
              </a:ext>
            </a:extLst>
          </p:cNvPr>
          <p:cNvSpPr txBox="1"/>
          <p:nvPr/>
        </p:nvSpPr>
        <p:spPr>
          <a:xfrm>
            <a:off x="2667607" y="17964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y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DD9976-F884-80AA-B366-33BD79C0B5F4}"/>
              </a:ext>
            </a:extLst>
          </p:cNvPr>
          <p:cNvSpPr txBox="1"/>
          <p:nvPr/>
        </p:nvSpPr>
        <p:spPr>
          <a:xfrm>
            <a:off x="7675642" y="3004643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z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CFEFD5B6-5F27-D53B-BCF8-91289F04DB83}"/>
              </a:ext>
            </a:extLst>
          </p:cNvPr>
          <p:cNvCxnSpPr>
            <a:cxnSpLocks/>
          </p:cNvCxnSpPr>
          <p:nvPr/>
        </p:nvCxnSpPr>
        <p:spPr>
          <a:xfrm>
            <a:off x="2946400" y="2165778"/>
            <a:ext cx="2011715" cy="2446487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19">
            <a:extLst>
              <a:ext uri="{FF2B5EF4-FFF2-40B4-BE49-F238E27FC236}">
                <a16:creationId xmlns:a16="http://schemas.microsoft.com/office/drawing/2014/main" id="{839F3962-C9FB-742A-0849-2C52DC626F76}"/>
              </a:ext>
            </a:extLst>
          </p:cNvPr>
          <p:cNvCxnSpPr>
            <a:cxnSpLocks/>
          </p:cNvCxnSpPr>
          <p:nvPr/>
        </p:nvCxnSpPr>
        <p:spPr>
          <a:xfrm>
            <a:off x="3683918" y="3074953"/>
            <a:ext cx="336564" cy="0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7CDD3DB9-A56A-4B7D-A6C6-A56AEB685761}"/>
              </a:ext>
            </a:extLst>
          </p:cNvPr>
          <p:cNvGrpSpPr/>
          <p:nvPr/>
        </p:nvGrpSpPr>
        <p:grpSpPr>
          <a:xfrm rot="378356">
            <a:off x="1830944" y="1847269"/>
            <a:ext cx="3674235" cy="2561673"/>
            <a:chOff x="1845071" y="1861618"/>
            <a:chExt cx="3674235" cy="256167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06304EE-18EA-397E-9FC3-E29C7C1412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5071" y="3056062"/>
              <a:ext cx="1888729" cy="136722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22">
              <a:extLst>
                <a:ext uri="{FF2B5EF4-FFF2-40B4-BE49-F238E27FC236}">
                  <a16:creationId xmlns:a16="http://schemas.microsoft.com/office/drawing/2014/main" id="{D9B0785C-7A83-287D-F248-17E1D968FEB2}"/>
                </a:ext>
              </a:extLst>
            </p:cNvPr>
            <p:cNvCxnSpPr>
              <a:cxnSpLocks/>
            </p:cNvCxnSpPr>
            <p:nvPr/>
          </p:nvCxnSpPr>
          <p:spPr>
            <a:xfrm rot="21221644" flipV="1">
              <a:off x="4308375" y="1861618"/>
              <a:ext cx="1210931" cy="68774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22">
              <a:extLst>
                <a:ext uri="{FF2B5EF4-FFF2-40B4-BE49-F238E27FC236}">
                  <a16:creationId xmlns:a16="http://schemas.microsoft.com/office/drawing/2014/main" id="{4AF22325-074F-F654-CCA8-0E1E3F23DF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0367" y="2609702"/>
              <a:ext cx="649919" cy="470469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ot"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막힌 원호 48">
            <a:extLst>
              <a:ext uri="{FF2B5EF4-FFF2-40B4-BE49-F238E27FC236}">
                <a16:creationId xmlns:a16="http://schemas.microsoft.com/office/drawing/2014/main" id="{CCB9D032-2293-FD6C-E294-920168EFCB63}"/>
              </a:ext>
            </a:extLst>
          </p:cNvPr>
          <p:cNvSpPr/>
          <p:nvPr/>
        </p:nvSpPr>
        <p:spPr>
          <a:xfrm rot="4701866">
            <a:off x="4289355" y="2759001"/>
            <a:ext cx="448730" cy="227548"/>
          </a:xfrm>
          <a:prstGeom prst="blockArc">
            <a:avLst>
              <a:gd name="adj1" fmla="val 10800000"/>
              <a:gd name="adj2" fmla="val 21574061"/>
              <a:gd name="adj3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20A94CB-CD7B-B03C-0D0B-4724567096AC}"/>
                  </a:ext>
                </a:extLst>
              </p:cNvPr>
              <p:cNvSpPr txBox="1"/>
              <p:nvPr/>
            </p:nvSpPr>
            <p:spPr>
              <a:xfrm>
                <a:off x="4661968" y="2582222"/>
                <a:ext cx="2703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7F4BA69-D557-1588-83C2-C9943254A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968" y="2582222"/>
                <a:ext cx="270330" cy="369332"/>
              </a:xfrm>
              <a:prstGeom prst="rect">
                <a:avLst/>
              </a:prstGeom>
              <a:blipFill>
                <a:blip r:embed="rId2"/>
                <a:stretch>
                  <a:fillRect l="-25000" r="-18182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Oval 3">
            <a:extLst>
              <a:ext uri="{FF2B5EF4-FFF2-40B4-BE49-F238E27FC236}">
                <a16:creationId xmlns:a16="http://schemas.microsoft.com/office/drawing/2014/main" id="{6D8BA0D4-548F-9F64-3A5C-2F737C68A186}"/>
              </a:ext>
            </a:extLst>
          </p:cNvPr>
          <p:cNvSpPr/>
          <p:nvPr/>
        </p:nvSpPr>
        <p:spPr>
          <a:xfrm>
            <a:off x="8356032" y="1981200"/>
            <a:ext cx="2102457" cy="21209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9" name="Straight Arrow Connector 19">
            <a:extLst>
              <a:ext uri="{FF2B5EF4-FFF2-40B4-BE49-F238E27FC236}">
                <a16:creationId xmlns:a16="http://schemas.microsoft.com/office/drawing/2014/main" id="{8E926416-21DC-533E-291D-BD6F1E0AC06D}"/>
              </a:ext>
            </a:extLst>
          </p:cNvPr>
          <p:cNvCxnSpPr>
            <a:cxnSpLocks/>
          </p:cNvCxnSpPr>
          <p:nvPr/>
        </p:nvCxnSpPr>
        <p:spPr>
          <a:xfrm flipH="1">
            <a:off x="9407260" y="3087606"/>
            <a:ext cx="1556985" cy="0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20">
            <a:extLst>
              <a:ext uri="{FF2B5EF4-FFF2-40B4-BE49-F238E27FC236}">
                <a16:creationId xmlns:a16="http://schemas.microsoft.com/office/drawing/2014/main" id="{28F7990B-8B1E-C4C7-BE7E-5E4941778B39}"/>
              </a:ext>
            </a:extLst>
          </p:cNvPr>
          <p:cNvCxnSpPr>
            <a:cxnSpLocks/>
          </p:cNvCxnSpPr>
          <p:nvPr/>
        </p:nvCxnSpPr>
        <p:spPr>
          <a:xfrm flipV="1">
            <a:off x="9407260" y="1018745"/>
            <a:ext cx="0" cy="209673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7076182-6DD5-2E05-B15F-AFCA74D125CE}"/>
              </a:ext>
            </a:extLst>
          </p:cNvPr>
          <p:cNvSpPr txBox="1"/>
          <p:nvPr/>
        </p:nvSpPr>
        <p:spPr>
          <a:xfrm>
            <a:off x="11006380" y="2828839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y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A8EE3B4-BC52-FBC0-B938-4E2473783B92}"/>
              </a:ext>
            </a:extLst>
          </p:cNvPr>
          <p:cNvSpPr txBox="1"/>
          <p:nvPr/>
        </p:nvSpPr>
        <p:spPr>
          <a:xfrm>
            <a:off x="9407259" y="8549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78" name="Straight Arrow Connector 22">
            <a:extLst>
              <a:ext uri="{FF2B5EF4-FFF2-40B4-BE49-F238E27FC236}">
                <a16:creationId xmlns:a16="http://schemas.microsoft.com/office/drawing/2014/main" id="{221DE917-3759-D660-8EC0-259A7DE36FE5}"/>
              </a:ext>
            </a:extLst>
          </p:cNvPr>
          <p:cNvCxnSpPr>
            <a:cxnSpLocks/>
          </p:cNvCxnSpPr>
          <p:nvPr/>
        </p:nvCxnSpPr>
        <p:spPr>
          <a:xfrm flipH="1" flipV="1">
            <a:off x="7746624" y="2535475"/>
            <a:ext cx="1625319" cy="524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19">
            <a:extLst>
              <a:ext uri="{FF2B5EF4-FFF2-40B4-BE49-F238E27FC236}">
                <a16:creationId xmlns:a16="http://schemas.microsoft.com/office/drawing/2014/main" id="{38D1B38D-E95B-0D56-E6DD-2965AABC1875}"/>
              </a:ext>
            </a:extLst>
          </p:cNvPr>
          <p:cNvCxnSpPr>
            <a:cxnSpLocks/>
          </p:cNvCxnSpPr>
          <p:nvPr/>
        </p:nvCxnSpPr>
        <p:spPr>
          <a:xfrm flipV="1">
            <a:off x="8278622" y="3059736"/>
            <a:ext cx="1128637" cy="1552529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3880F79-DA1C-BFFA-0C3D-7CF92D88C26D}"/>
              </a:ext>
            </a:extLst>
          </p:cNvPr>
          <p:cNvSpPr txBox="1"/>
          <p:nvPr/>
        </p:nvSpPr>
        <p:spPr>
          <a:xfrm>
            <a:off x="8356032" y="4489687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z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89" name="Straight Arrow Connector 22">
            <a:extLst>
              <a:ext uri="{FF2B5EF4-FFF2-40B4-BE49-F238E27FC236}">
                <a16:creationId xmlns:a16="http://schemas.microsoft.com/office/drawing/2014/main" id="{050716EC-A096-4795-39CF-7F2D4B0211F6}"/>
              </a:ext>
            </a:extLst>
          </p:cNvPr>
          <p:cNvCxnSpPr>
            <a:cxnSpLocks/>
          </p:cNvCxnSpPr>
          <p:nvPr/>
        </p:nvCxnSpPr>
        <p:spPr>
          <a:xfrm flipH="1" flipV="1">
            <a:off x="7797282" y="2548409"/>
            <a:ext cx="879214" cy="1473782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22">
            <a:extLst>
              <a:ext uri="{FF2B5EF4-FFF2-40B4-BE49-F238E27FC236}">
                <a16:creationId xmlns:a16="http://schemas.microsoft.com/office/drawing/2014/main" id="{9AB6DAB1-64D1-2B43-7E11-1751097F8409}"/>
              </a:ext>
            </a:extLst>
          </p:cNvPr>
          <p:cNvCxnSpPr>
            <a:cxnSpLocks/>
          </p:cNvCxnSpPr>
          <p:nvPr/>
        </p:nvCxnSpPr>
        <p:spPr>
          <a:xfrm flipH="1">
            <a:off x="7850276" y="1734218"/>
            <a:ext cx="736071" cy="814027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22">
            <a:extLst>
              <a:ext uri="{FF2B5EF4-FFF2-40B4-BE49-F238E27FC236}">
                <a16:creationId xmlns:a16="http://schemas.microsoft.com/office/drawing/2014/main" id="{102A1884-1D8E-0644-51B4-81FFDEE2775A}"/>
              </a:ext>
            </a:extLst>
          </p:cNvPr>
          <p:cNvCxnSpPr>
            <a:cxnSpLocks/>
          </p:cNvCxnSpPr>
          <p:nvPr/>
        </p:nvCxnSpPr>
        <p:spPr>
          <a:xfrm flipH="1" flipV="1">
            <a:off x="8628482" y="1696300"/>
            <a:ext cx="758840" cy="1345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22">
            <a:extLst>
              <a:ext uri="{FF2B5EF4-FFF2-40B4-BE49-F238E27FC236}">
                <a16:creationId xmlns:a16="http://schemas.microsoft.com/office/drawing/2014/main" id="{E5E11A20-1B4B-2A02-6590-8892BFF39232}"/>
              </a:ext>
            </a:extLst>
          </p:cNvPr>
          <p:cNvCxnSpPr>
            <a:cxnSpLocks/>
          </p:cNvCxnSpPr>
          <p:nvPr/>
        </p:nvCxnSpPr>
        <p:spPr>
          <a:xfrm flipH="1">
            <a:off x="8666410" y="3087970"/>
            <a:ext cx="720912" cy="10037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막힌 원호 124">
            <a:extLst>
              <a:ext uri="{FF2B5EF4-FFF2-40B4-BE49-F238E27FC236}">
                <a16:creationId xmlns:a16="http://schemas.microsoft.com/office/drawing/2014/main" id="{72FAF008-4972-BC45-930E-0232D518C1EA}"/>
              </a:ext>
            </a:extLst>
          </p:cNvPr>
          <p:cNvSpPr/>
          <p:nvPr/>
        </p:nvSpPr>
        <p:spPr>
          <a:xfrm rot="14184790">
            <a:off x="9078423" y="3059226"/>
            <a:ext cx="279822" cy="141896"/>
          </a:xfrm>
          <a:prstGeom prst="blockArc">
            <a:avLst>
              <a:gd name="adj1" fmla="val 10800000"/>
              <a:gd name="adj2" fmla="val 21574061"/>
              <a:gd name="adj3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C37C059-7456-41F2-6FB2-21CCF6032028}"/>
                  </a:ext>
                </a:extLst>
              </p:cNvPr>
              <p:cNvSpPr txBox="1"/>
              <p:nvPr/>
            </p:nvSpPr>
            <p:spPr>
              <a:xfrm>
                <a:off x="8798136" y="3145914"/>
                <a:ext cx="2703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C37C059-7456-41F2-6FB2-21CCF6032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136" y="3145914"/>
                <a:ext cx="270330" cy="369332"/>
              </a:xfrm>
              <a:prstGeom prst="rect">
                <a:avLst/>
              </a:prstGeom>
              <a:blipFill>
                <a:blip r:embed="rId3"/>
                <a:stretch>
                  <a:fillRect l="-22222" r="-1777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화살표: 아래쪽 127">
            <a:extLst>
              <a:ext uri="{FF2B5EF4-FFF2-40B4-BE49-F238E27FC236}">
                <a16:creationId xmlns:a16="http://schemas.microsoft.com/office/drawing/2014/main" id="{2B969BEB-BA25-21CB-F4D2-D0219944F744}"/>
              </a:ext>
            </a:extLst>
          </p:cNvPr>
          <p:cNvSpPr/>
          <p:nvPr/>
        </p:nvSpPr>
        <p:spPr>
          <a:xfrm rot="3217201">
            <a:off x="4078016" y="1128800"/>
            <a:ext cx="460574" cy="9907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986F476-7F76-8202-48EE-6E21D7834448}"/>
              </a:ext>
            </a:extLst>
          </p:cNvPr>
          <p:cNvSpPr txBox="1"/>
          <p:nvPr/>
        </p:nvSpPr>
        <p:spPr>
          <a:xfrm>
            <a:off x="4711605" y="1082534"/>
            <a:ext cx="4012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ungsuh" panose="02030600000101010101" pitchFamily="18" charset="-127"/>
                <a:ea typeface="Gungsuh" panose="02030600000101010101" pitchFamily="18" charset="-127"/>
              </a:rPr>
              <a:t>Look at from this perspective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5C2C5DD-6391-E3D7-1327-2DD30603514B}"/>
                  </a:ext>
                </a:extLst>
              </p:cNvPr>
              <p:cNvSpPr txBox="1"/>
              <p:nvPr/>
            </p:nvSpPr>
            <p:spPr>
              <a:xfrm rot="21357679">
                <a:off x="9111194" y="3304926"/>
                <a:ext cx="2834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5C2C5DD-6391-E3D7-1327-2DD306035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57679">
                <a:off x="9111194" y="3304926"/>
                <a:ext cx="283411" cy="369332"/>
              </a:xfrm>
              <a:prstGeom prst="rect">
                <a:avLst/>
              </a:prstGeom>
              <a:blipFill>
                <a:blip r:embed="rId4"/>
                <a:stretch>
                  <a:fillRect l="-30769" t="-1538" r="-28846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BACFF777-B22E-E442-6C6E-30134FC49964}"/>
                  </a:ext>
                </a:extLst>
              </p:cNvPr>
              <p:cNvSpPr txBox="1"/>
              <p:nvPr/>
            </p:nvSpPr>
            <p:spPr>
              <a:xfrm rot="20180983">
                <a:off x="8939007" y="2035808"/>
                <a:ext cx="3965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52F9BC21-A2B1-D757-7F0F-231774C5E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80983">
                <a:off x="8939007" y="2035808"/>
                <a:ext cx="396582" cy="369332"/>
              </a:xfrm>
              <a:prstGeom prst="rect">
                <a:avLst/>
              </a:prstGeom>
              <a:blipFill>
                <a:blip r:embed="rId5"/>
                <a:stretch>
                  <a:fillRect l="-9412" r="-1176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막힌 원호 124">
            <a:extLst>
              <a:ext uri="{FF2B5EF4-FFF2-40B4-BE49-F238E27FC236}">
                <a16:creationId xmlns:a16="http://schemas.microsoft.com/office/drawing/2014/main" id="{388240D9-1D48-3EED-7BB1-5B051A29A936}"/>
              </a:ext>
            </a:extLst>
          </p:cNvPr>
          <p:cNvSpPr/>
          <p:nvPr/>
        </p:nvSpPr>
        <p:spPr>
          <a:xfrm rot="2486177">
            <a:off x="9246690" y="2762512"/>
            <a:ext cx="405325" cy="376596"/>
          </a:xfrm>
          <a:prstGeom prst="blockArc">
            <a:avLst>
              <a:gd name="adj1" fmla="val 10800000"/>
              <a:gd name="adj2" fmla="val 21574061"/>
              <a:gd name="adj3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30">
                <a:extLst>
                  <a:ext uri="{FF2B5EF4-FFF2-40B4-BE49-F238E27FC236}">
                    <a16:creationId xmlns:a16="http://schemas.microsoft.com/office/drawing/2014/main" id="{F57FA24F-1BDF-BAD1-A090-50D115FAB0BD}"/>
                  </a:ext>
                </a:extLst>
              </p:cNvPr>
              <p:cNvSpPr txBox="1"/>
              <p:nvPr/>
            </p:nvSpPr>
            <p:spPr>
              <a:xfrm rot="21357679">
                <a:off x="9309252" y="2327560"/>
                <a:ext cx="3031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30">
                <a:extLst>
                  <a:ext uri="{FF2B5EF4-FFF2-40B4-BE49-F238E27FC236}">
                    <a16:creationId xmlns:a16="http://schemas.microsoft.com/office/drawing/2014/main" id="{F57FA24F-1BDF-BAD1-A090-50D115FAB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57679">
                <a:off x="9309252" y="2327560"/>
                <a:ext cx="303160" cy="369332"/>
              </a:xfrm>
              <a:prstGeom prst="rect">
                <a:avLst/>
              </a:prstGeom>
              <a:blipFill>
                <a:blip r:embed="rId6"/>
                <a:stretch>
                  <a:fillRect l="-18519" r="-18519" b="-2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485A7C4-DFCD-CAEA-D395-42AEA18DC63E}"/>
              </a:ext>
            </a:extLst>
          </p:cNvPr>
          <p:cNvSpPr txBox="1"/>
          <p:nvPr/>
        </p:nvSpPr>
        <p:spPr>
          <a:xfrm>
            <a:off x="10458489" y="3515246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ungsuh" panose="02030600000101010101" pitchFamily="18" charset="-127"/>
                <a:ea typeface="Gungsuh" panose="02030600000101010101" pitchFamily="18" charset="-127"/>
              </a:rPr>
              <a:t>Input ray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8F959DC-22BB-2804-A466-949BE942EBA4}"/>
              </a:ext>
            </a:extLst>
          </p:cNvPr>
          <p:cNvSpPr txBox="1"/>
          <p:nvPr/>
        </p:nvSpPr>
        <p:spPr>
          <a:xfrm>
            <a:off x="10089998" y="764290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ungsuh" panose="02030600000101010101" pitchFamily="18" charset="-127"/>
                <a:ea typeface="Gungsuh" panose="02030600000101010101" pitchFamily="18" charset="-127"/>
              </a:rPr>
              <a:t>Optical axis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35C68A6-85C0-4754-9E35-1642FF23AE90}"/>
              </a:ext>
            </a:extLst>
          </p:cNvPr>
          <p:cNvGrpSpPr/>
          <p:nvPr/>
        </p:nvGrpSpPr>
        <p:grpSpPr>
          <a:xfrm>
            <a:off x="4683582" y="2405748"/>
            <a:ext cx="124769" cy="124769"/>
            <a:chOff x="4683582" y="2405748"/>
            <a:chExt cx="124769" cy="124769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70AE7793-06FD-8A1A-807C-89DFAA804681}"/>
                </a:ext>
              </a:extLst>
            </p:cNvPr>
            <p:cNvSpPr/>
            <p:nvPr/>
          </p:nvSpPr>
          <p:spPr>
            <a:xfrm>
              <a:off x="4683582" y="2405748"/>
              <a:ext cx="124769" cy="124769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E5982690-354E-D4A5-02C0-4317D6056134}"/>
                </a:ext>
              </a:extLst>
            </p:cNvPr>
            <p:cNvSpPr/>
            <p:nvPr/>
          </p:nvSpPr>
          <p:spPr>
            <a:xfrm>
              <a:off x="4729967" y="2445507"/>
              <a:ext cx="36576" cy="3657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9AE7C25-F708-FFFD-E1DC-333945E78170}"/>
              </a:ext>
            </a:extLst>
          </p:cNvPr>
          <p:cNvGrpSpPr/>
          <p:nvPr/>
        </p:nvGrpSpPr>
        <p:grpSpPr>
          <a:xfrm>
            <a:off x="4849618" y="2306590"/>
            <a:ext cx="124769" cy="124769"/>
            <a:chOff x="4683582" y="2405748"/>
            <a:chExt cx="124769" cy="124769"/>
          </a:xfrm>
        </p:grpSpPr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884280DE-560A-7D25-79BD-B939BC49FA38}"/>
                </a:ext>
              </a:extLst>
            </p:cNvPr>
            <p:cNvSpPr/>
            <p:nvPr/>
          </p:nvSpPr>
          <p:spPr>
            <a:xfrm>
              <a:off x="4683582" y="2405748"/>
              <a:ext cx="124769" cy="124769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C717B62E-250C-9370-F0F7-391E46F72B02}"/>
                </a:ext>
              </a:extLst>
            </p:cNvPr>
            <p:cNvSpPr/>
            <p:nvPr/>
          </p:nvSpPr>
          <p:spPr>
            <a:xfrm>
              <a:off x="4729967" y="2445507"/>
              <a:ext cx="36576" cy="3657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354411B5-5B3C-EAC6-5274-1984F81DA293}"/>
              </a:ext>
            </a:extLst>
          </p:cNvPr>
          <p:cNvGrpSpPr/>
          <p:nvPr/>
        </p:nvGrpSpPr>
        <p:grpSpPr>
          <a:xfrm>
            <a:off x="5029281" y="2207324"/>
            <a:ext cx="124769" cy="124769"/>
            <a:chOff x="4683582" y="2405748"/>
            <a:chExt cx="124769" cy="124769"/>
          </a:xfrm>
        </p:grpSpPr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27219B29-EE0A-025F-6BED-9F46DF836B72}"/>
                </a:ext>
              </a:extLst>
            </p:cNvPr>
            <p:cNvSpPr/>
            <p:nvPr/>
          </p:nvSpPr>
          <p:spPr>
            <a:xfrm>
              <a:off x="4683582" y="2405748"/>
              <a:ext cx="124769" cy="124769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D24786B3-11B1-C76E-8F30-FD2605F21785}"/>
                </a:ext>
              </a:extLst>
            </p:cNvPr>
            <p:cNvSpPr/>
            <p:nvPr/>
          </p:nvSpPr>
          <p:spPr>
            <a:xfrm>
              <a:off x="4729967" y="2445507"/>
              <a:ext cx="36576" cy="3657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142D1280-1AE5-A23F-5AAD-7C9928AD060F}"/>
              </a:ext>
            </a:extLst>
          </p:cNvPr>
          <p:cNvGrpSpPr/>
          <p:nvPr/>
        </p:nvGrpSpPr>
        <p:grpSpPr>
          <a:xfrm>
            <a:off x="5202573" y="2112401"/>
            <a:ext cx="124769" cy="124769"/>
            <a:chOff x="4683582" y="2405748"/>
            <a:chExt cx="124769" cy="124769"/>
          </a:xfrm>
        </p:grpSpPr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1CD89612-AFE3-BDF4-042D-19E2A97C464C}"/>
                </a:ext>
              </a:extLst>
            </p:cNvPr>
            <p:cNvSpPr/>
            <p:nvPr/>
          </p:nvSpPr>
          <p:spPr>
            <a:xfrm>
              <a:off x="4683582" y="2405748"/>
              <a:ext cx="124769" cy="124769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楕円 33">
              <a:extLst>
                <a:ext uri="{FF2B5EF4-FFF2-40B4-BE49-F238E27FC236}">
                  <a16:creationId xmlns:a16="http://schemas.microsoft.com/office/drawing/2014/main" id="{5776E7E2-CF6C-4D77-EAAB-57ADD4B3441E}"/>
                </a:ext>
              </a:extLst>
            </p:cNvPr>
            <p:cNvSpPr/>
            <p:nvPr/>
          </p:nvSpPr>
          <p:spPr>
            <a:xfrm>
              <a:off x="4729967" y="2445507"/>
              <a:ext cx="36576" cy="3657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6350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D4DDE-BAEE-D76E-DFB4-99C383AD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2">
            <a:extLst>
              <a:ext uri="{FF2B5EF4-FFF2-40B4-BE49-F238E27FC236}">
                <a16:creationId xmlns:a16="http://schemas.microsoft.com/office/drawing/2014/main" id="{63B16A5D-4B51-043C-0518-E1148855F686}"/>
              </a:ext>
            </a:extLst>
          </p:cNvPr>
          <p:cNvCxnSpPr>
            <a:cxnSpLocks/>
          </p:cNvCxnSpPr>
          <p:nvPr/>
        </p:nvCxnSpPr>
        <p:spPr>
          <a:xfrm flipH="1" flipV="1">
            <a:off x="9398292" y="3059116"/>
            <a:ext cx="1625319" cy="524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9">
            <a:extLst>
              <a:ext uri="{FF2B5EF4-FFF2-40B4-BE49-F238E27FC236}">
                <a16:creationId xmlns:a16="http://schemas.microsoft.com/office/drawing/2014/main" id="{06DD9EE0-5BF2-AEAD-C58C-12FDDA9DDD4E}"/>
              </a:ext>
            </a:extLst>
          </p:cNvPr>
          <p:cNvCxnSpPr>
            <a:cxnSpLocks/>
          </p:cNvCxnSpPr>
          <p:nvPr/>
        </p:nvCxnSpPr>
        <p:spPr>
          <a:xfrm flipV="1">
            <a:off x="9400688" y="1081445"/>
            <a:ext cx="1462774" cy="2012161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73C5F88A-A101-AA0E-A508-A68B3BC7C27B}"/>
              </a:ext>
            </a:extLst>
          </p:cNvPr>
          <p:cNvSpPr/>
          <p:nvPr/>
        </p:nvSpPr>
        <p:spPr>
          <a:xfrm>
            <a:off x="2946400" y="1981200"/>
            <a:ext cx="1479550" cy="2120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DE4627-45C7-36C9-11E7-C763CE3863B7}"/>
              </a:ext>
            </a:extLst>
          </p:cNvPr>
          <p:cNvSpPr/>
          <p:nvPr/>
        </p:nvSpPr>
        <p:spPr>
          <a:xfrm>
            <a:off x="3282950" y="2495550"/>
            <a:ext cx="737532" cy="10572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33A3BD-3A8C-588A-9E7A-56B4C4D4D0F2}"/>
              </a:ext>
            </a:extLst>
          </p:cNvPr>
          <p:cNvCxnSpPr>
            <a:stCxn id="4" idx="0"/>
          </p:cNvCxnSpPr>
          <p:nvPr/>
        </p:nvCxnSpPr>
        <p:spPr>
          <a:xfrm>
            <a:off x="3686175" y="1981200"/>
            <a:ext cx="39719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65361E-D32D-0501-A657-BFFA876F2288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686175" y="4102100"/>
            <a:ext cx="40798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8F5B36-4EFA-8DEF-0ADF-58406D74F6C4}"/>
              </a:ext>
            </a:extLst>
          </p:cNvPr>
          <p:cNvCxnSpPr>
            <a:cxnSpLocks/>
          </p:cNvCxnSpPr>
          <p:nvPr/>
        </p:nvCxnSpPr>
        <p:spPr>
          <a:xfrm>
            <a:off x="4425950" y="3088685"/>
            <a:ext cx="3536950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E66F11-D00D-6A8A-1273-48FB82BA6515}"/>
              </a:ext>
            </a:extLst>
          </p:cNvPr>
          <p:cNvCxnSpPr>
            <a:cxnSpLocks/>
          </p:cNvCxnSpPr>
          <p:nvPr/>
        </p:nvCxnSpPr>
        <p:spPr>
          <a:xfrm flipV="1">
            <a:off x="3683918" y="1498600"/>
            <a:ext cx="0" cy="34988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FEBA738-58D5-D278-38C0-7881AD1FD939}"/>
              </a:ext>
            </a:extLst>
          </p:cNvPr>
          <p:cNvSpPr txBox="1"/>
          <p:nvPr/>
        </p:nvSpPr>
        <p:spPr>
          <a:xfrm>
            <a:off x="3533877" y="10845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F346C-E6F2-0510-1A29-31C2018F0D8D}"/>
              </a:ext>
            </a:extLst>
          </p:cNvPr>
          <p:cNvSpPr txBox="1"/>
          <p:nvPr/>
        </p:nvSpPr>
        <p:spPr>
          <a:xfrm>
            <a:off x="2667607" y="17964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y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1ECC67-1C4A-13FC-EF9E-D13EF3F2652B}"/>
              </a:ext>
            </a:extLst>
          </p:cNvPr>
          <p:cNvSpPr txBox="1"/>
          <p:nvPr/>
        </p:nvSpPr>
        <p:spPr>
          <a:xfrm>
            <a:off x="7675642" y="3004643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z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42C3E7C7-190E-C8D2-F022-FF4CF98EB436}"/>
              </a:ext>
            </a:extLst>
          </p:cNvPr>
          <p:cNvCxnSpPr>
            <a:cxnSpLocks/>
          </p:cNvCxnSpPr>
          <p:nvPr/>
        </p:nvCxnSpPr>
        <p:spPr>
          <a:xfrm>
            <a:off x="2946400" y="2165778"/>
            <a:ext cx="2011715" cy="2446487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19">
            <a:extLst>
              <a:ext uri="{FF2B5EF4-FFF2-40B4-BE49-F238E27FC236}">
                <a16:creationId xmlns:a16="http://schemas.microsoft.com/office/drawing/2014/main" id="{136F74C8-F7A2-9CF4-CA13-7EC1C7058EB3}"/>
              </a:ext>
            </a:extLst>
          </p:cNvPr>
          <p:cNvCxnSpPr>
            <a:cxnSpLocks/>
          </p:cNvCxnSpPr>
          <p:nvPr/>
        </p:nvCxnSpPr>
        <p:spPr>
          <a:xfrm>
            <a:off x="3683918" y="3074953"/>
            <a:ext cx="336564" cy="0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09A0F58-1889-D9C2-2268-0DDFD6C82A31}"/>
              </a:ext>
            </a:extLst>
          </p:cNvPr>
          <p:cNvGrpSpPr/>
          <p:nvPr/>
        </p:nvGrpSpPr>
        <p:grpSpPr>
          <a:xfrm rot="378356">
            <a:off x="1830944" y="1847269"/>
            <a:ext cx="3674235" cy="2561673"/>
            <a:chOff x="1845071" y="1861618"/>
            <a:chExt cx="3674235" cy="256167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B533987-1CFF-8959-9B0D-7540FFE4D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5071" y="3056062"/>
              <a:ext cx="1888729" cy="136722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22">
              <a:extLst>
                <a:ext uri="{FF2B5EF4-FFF2-40B4-BE49-F238E27FC236}">
                  <a16:creationId xmlns:a16="http://schemas.microsoft.com/office/drawing/2014/main" id="{3AAB29C5-10F8-6AEC-E603-8B34F68C0575}"/>
                </a:ext>
              </a:extLst>
            </p:cNvPr>
            <p:cNvCxnSpPr>
              <a:cxnSpLocks/>
            </p:cNvCxnSpPr>
            <p:nvPr/>
          </p:nvCxnSpPr>
          <p:spPr>
            <a:xfrm rot="21221644" flipV="1">
              <a:off x="4308375" y="1861618"/>
              <a:ext cx="1210931" cy="68774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22">
              <a:extLst>
                <a:ext uri="{FF2B5EF4-FFF2-40B4-BE49-F238E27FC236}">
                  <a16:creationId xmlns:a16="http://schemas.microsoft.com/office/drawing/2014/main" id="{46308FED-5A90-3739-EEF3-9D6B8CCF2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0367" y="2609702"/>
              <a:ext cx="649919" cy="470469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ot"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막힌 원호 48">
            <a:extLst>
              <a:ext uri="{FF2B5EF4-FFF2-40B4-BE49-F238E27FC236}">
                <a16:creationId xmlns:a16="http://schemas.microsoft.com/office/drawing/2014/main" id="{2F8FEBC0-1727-2317-804C-807573E84E08}"/>
              </a:ext>
            </a:extLst>
          </p:cNvPr>
          <p:cNvSpPr/>
          <p:nvPr/>
        </p:nvSpPr>
        <p:spPr>
          <a:xfrm rot="4701866">
            <a:off x="4289355" y="2759001"/>
            <a:ext cx="448730" cy="227548"/>
          </a:xfrm>
          <a:prstGeom prst="blockArc">
            <a:avLst>
              <a:gd name="adj1" fmla="val 10800000"/>
              <a:gd name="adj2" fmla="val 21574061"/>
              <a:gd name="adj3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9F5439B-EB51-A5F5-6A14-956DE0E76882}"/>
                  </a:ext>
                </a:extLst>
              </p:cNvPr>
              <p:cNvSpPr txBox="1"/>
              <p:nvPr/>
            </p:nvSpPr>
            <p:spPr>
              <a:xfrm>
                <a:off x="4661968" y="2582222"/>
                <a:ext cx="2703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7F4BA69-D557-1588-83C2-C9943254A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968" y="2582222"/>
                <a:ext cx="270330" cy="369332"/>
              </a:xfrm>
              <a:prstGeom prst="rect">
                <a:avLst/>
              </a:prstGeom>
              <a:blipFill>
                <a:blip r:embed="rId2"/>
                <a:stretch>
                  <a:fillRect l="-25000" r="-18182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Oval 3">
            <a:extLst>
              <a:ext uri="{FF2B5EF4-FFF2-40B4-BE49-F238E27FC236}">
                <a16:creationId xmlns:a16="http://schemas.microsoft.com/office/drawing/2014/main" id="{3579053C-BA13-78DB-C32E-44DE65CBB979}"/>
              </a:ext>
            </a:extLst>
          </p:cNvPr>
          <p:cNvSpPr/>
          <p:nvPr/>
        </p:nvSpPr>
        <p:spPr>
          <a:xfrm>
            <a:off x="8356032" y="1981200"/>
            <a:ext cx="2102457" cy="21209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9" name="Straight Arrow Connector 19">
            <a:extLst>
              <a:ext uri="{FF2B5EF4-FFF2-40B4-BE49-F238E27FC236}">
                <a16:creationId xmlns:a16="http://schemas.microsoft.com/office/drawing/2014/main" id="{66474824-C34E-F39D-C173-8300FE581968}"/>
              </a:ext>
            </a:extLst>
          </p:cNvPr>
          <p:cNvCxnSpPr>
            <a:cxnSpLocks/>
          </p:cNvCxnSpPr>
          <p:nvPr/>
        </p:nvCxnSpPr>
        <p:spPr>
          <a:xfrm flipH="1">
            <a:off x="9407260" y="3087606"/>
            <a:ext cx="1556985" cy="0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20">
            <a:extLst>
              <a:ext uri="{FF2B5EF4-FFF2-40B4-BE49-F238E27FC236}">
                <a16:creationId xmlns:a16="http://schemas.microsoft.com/office/drawing/2014/main" id="{2A6AB7F3-583B-AEC9-6B21-22D4D41708C5}"/>
              </a:ext>
            </a:extLst>
          </p:cNvPr>
          <p:cNvCxnSpPr>
            <a:cxnSpLocks/>
          </p:cNvCxnSpPr>
          <p:nvPr/>
        </p:nvCxnSpPr>
        <p:spPr>
          <a:xfrm flipV="1">
            <a:off x="9407260" y="1018745"/>
            <a:ext cx="0" cy="209673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DF54444-C59C-8FAD-836B-31749EBFC54F}"/>
              </a:ext>
            </a:extLst>
          </p:cNvPr>
          <p:cNvSpPr txBox="1"/>
          <p:nvPr/>
        </p:nvSpPr>
        <p:spPr>
          <a:xfrm>
            <a:off x="11006380" y="2828839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y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61A1B73-C574-78F5-DAA8-D73F1BDC57AF}"/>
              </a:ext>
            </a:extLst>
          </p:cNvPr>
          <p:cNvSpPr txBox="1"/>
          <p:nvPr/>
        </p:nvSpPr>
        <p:spPr>
          <a:xfrm>
            <a:off x="9407259" y="8549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78" name="Straight Arrow Connector 22">
            <a:extLst>
              <a:ext uri="{FF2B5EF4-FFF2-40B4-BE49-F238E27FC236}">
                <a16:creationId xmlns:a16="http://schemas.microsoft.com/office/drawing/2014/main" id="{D4979701-4620-0E1D-A047-8432B4F211A0}"/>
              </a:ext>
            </a:extLst>
          </p:cNvPr>
          <p:cNvCxnSpPr>
            <a:cxnSpLocks/>
          </p:cNvCxnSpPr>
          <p:nvPr/>
        </p:nvCxnSpPr>
        <p:spPr>
          <a:xfrm flipH="1" flipV="1">
            <a:off x="7746624" y="2535475"/>
            <a:ext cx="1625319" cy="524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19">
            <a:extLst>
              <a:ext uri="{FF2B5EF4-FFF2-40B4-BE49-F238E27FC236}">
                <a16:creationId xmlns:a16="http://schemas.microsoft.com/office/drawing/2014/main" id="{7374BFF7-CFCB-0D4B-2A99-38C27F3BCCE7}"/>
              </a:ext>
            </a:extLst>
          </p:cNvPr>
          <p:cNvCxnSpPr>
            <a:cxnSpLocks/>
          </p:cNvCxnSpPr>
          <p:nvPr/>
        </p:nvCxnSpPr>
        <p:spPr>
          <a:xfrm flipV="1">
            <a:off x="8278622" y="3059736"/>
            <a:ext cx="1128637" cy="1552529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F0399A6-795D-0331-19AB-129EF70BA6FB}"/>
              </a:ext>
            </a:extLst>
          </p:cNvPr>
          <p:cNvSpPr txBox="1"/>
          <p:nvPr/>
        </p:nvSpPr>
        <p:spPr>
          <a:xfrm>
            <a:off x="8356032" y="4489687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z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89" name="Straight Arrow Connector 22">
            <a:extLst>
              <a:ext uri="{FF2B5EF4-FFF2-40B4-BE49-F238E27FC236}">
                <a16:creationId xmlns:a16="http://schemas.microsoft.com/office/drawing/2014/main" id="{9E9C3912-AB49-F86D-8287-9BF3776CB427}"/>
              </a:ext>
            </a:extLst>
          </p:cNvPr>
          <p:cNvCxnSpPr>
            <a:cxnSpLocks/>
          </p:cNvCxnSpPr>
          <p:nvPr/>
        </p:nvCxnSpPr>
        <p:spPr>
          <a:xfrm flipH="1" flipV="1">
            <a:off x="7797282" y="2548409"/>
            <a:ext cx="879214" cy="1473782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22">
            <a:extLst>
              <a:ext uri="{FF2B5EF4-FFF2-40B4-BE49-F238E27FC236}">
                <a16:creationId xmlns:a16="http://schemas.microsoft.com/office/drawing/2014/main" id="{E659CD05-F478-0E5E-17B4-5FBAFF885B29}"/>
              </a:ext>
            </a:extLst>
          </p:cNvPr>
          <p:cNvCxnSpPr>
            <a:cxnSpLocks/>
          </p:cNvCxnSpPr>
          <p:nvPr/>
        </p:nvCxnSpPr>
        <p:spPr>
          <a:xfrm flipH="1">
            <a:off x="7850276" y="1734218"/>
            <a:ext cx="736071" cy="814027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22">
            <a:extLst>
              <a:ext uri="{FF2B5EF4-FFF2-40B4-BE49-F238E27FC236}">
                <a16:creationId xmlns:a16="http://schemas.microsoft.com/office/drawing/2014/main" id="{D9BEF627-7CAA-B8FF-A82A-F4DFF6F30515}"/>
              </a:ext>
            </a:extLst>
          </p:cNvPr>
          <p:cNvCxnSpPr>
            <a:cxnSpLocks/>
          </p:cNvCxnSpPr>
          <p:nvPr/>
        </p:nvCxnSpPr>
        <p:spPr>
          <a:xfrm flipH="1" flipV="1">
            <a:off x="8628482" y="1696300"/>
            <a:ext cx="758840" cy="1345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22">
            <a:extLst>
              <a:ext uri="{FF2B5EF4-FFF2-40B4-BE49-F238E27FC236}">
                <a16:creationId xmlns:a16="http://schemas.microsoft.com/office/drawing/2014/main" id="{4A41A855-23E4-95C2-6164-0091CE2F7B09}"/>
              </a:ext>
            </a:extLst>
          </p:cNvPr>
          <p:cNvCxnSpPr>
            <a:cxnSpLocks/>
          </p:cNvCxnSpPr>
          <p:nvPr/>
        </p:nvCxnSpPr>
        <p:spPr>
          <a:xfrm flipH="1">
            <a:off x="8666410" y="3087970"/>
            <a:ext cx="720912" cy="10037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막힌 원호 124">
            <a:extLst>
              <a:ext uri="{FF2B5EF4-FFF2-40B4-BE49-F238E27FC236}">
                <a16:creationId xmlns:a16="http://schemas.microsoft.com/office/drawing/2014/main" id="{52A5EEC9-9020-DE8B-6774-BB6E9D602DF5}"/>
              </a:ext>
            </a:extLst>
          </p:cNvPr>
          <p:cNvSpPr/>
          <p:nvPr/>
        </p:nvSpPr>
        <p:spPr>
          <a:xfrm rot="14184790">
            <a:off x="9078423" y="3059226"/>
            <a:ext cx="279822" cy="141896"/>
          </a:xfrm>
          <a:prstGeom prst="blockArc">
            <a:avLst>
              <a:gd name="adj1" fmla="val 10800000"/>
              <a:gd name="adj2" fmla="val 21574061"/>
              <a:gd name="adj3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7E79B2AC-6F3F-AF56-BF35-82B498E533D9}"/>
                  </a:ext>
                </a:extLst>
              </p:cNvPr>
              <p:cNvSpPr txBox="1"/>
              <p:nvPr/>
            </p:nvSpPr>
            <p:spPr>
              <a:xfrm>
                <a:off x="8798136" y="3145914"/>
                <a:ext cx="2703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C37C059-7456-41F2-6FB2-21CCF6032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136" y="3145914"/>
                <a:ext cx="270330" cy="369332"/>
              </a:xfrm>
              <a:prstGeom prst="rect">
                <a:avLst/>
              </a:prstGeom>
              <a:blipFill>
                <a:blip r:embed="rId3"/>
                <a:stretch>
                  <a:fillRect l="-22222" r="-1777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화살표: 아래쪽 127">
            <a:extLst>
              <a:ext uri="{FF2B5EF4-FFF2-40B4-BE49-F238E27FC236}">
                <a16:creationId xmlns:a16="http://schemas.microsoft.com/office/drawing/2014/main" id="{1E38CD4F-1F1D-FFCA-DA07-AA6001EC597D}"/>
              </a:ext>
            </a:extLst>
          </p:cNvPr>
          <p:cNvSpPr/>
          <p:nvPr/>
        </p:nvSpPr>
        <p:spPr>
          <a:xfrm rot="3217201">
            <a:off x="4078016" y="1128800"/>
            <a:ext cx="460574" cy="9907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83C3BFF-D70D-43C2-FD2A-F3951BF68198}"/>
              </a:ext>
            </a:extLst>
          </p:cNvPr>
          <p:cNvSpPr txBox="1"/>
          <p:nvPr/>
        </p:nvSpPr>
        <p:spPr>
          <a:xfrm>
            <a:off x="4711605" y="1082534"/>
            <a:ext cx="4012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ungsuh" panose="02030600000101010101" pitchFamily="18" charset="-127"/>
                <a:ea typeface="Gungsuh" panose="02030600000101010101" pitchFamily="18" charset="-127"/>
              </a:rPr>
              <a:t>Look at from this perspective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C2B27A5-5B9D-E66C-D5CE-436B6D790C87}"/>
                  </a:ext>
                </a:extLst>
              </p:cNvPr>
              <p:cNvSpPr txBox="1"/>
              <p:nvPr/>
            </p:nvSpPr>
            <p:spPr>
              <a:xfrm rot="21357679">
                <a:off x="9111194" y="3304926"/>
                <a:ext cx="2834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5C2C5DD-6391-E3D7-1327-2DD306035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57679">
                <a:off x="9111194" y="3304926"/>
                <a:ext cx="283411" cy="369332"/>
              </a:xfrm>
              <a:prstGeom prst="rect">
                <a:avLst/>
              </a:prstGeom>
              <a:blipFill>
                <a:blip r:embed="rId4"/>
                <a:stretch>
                  <a:fillRect l="-30769" t="-1538" r="-28846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B91F29FB-5077-3360-9073-E712E2B0DC77}"/>
                  </a:ext>
                </a:extLst>
              </p:cNvPr>
              <p:cNvSpPr txBox="1"/>
              <p:nvPr/>
            </p:nvSpPr>
            <p:spPr>
              <a:xfrm rot="20180983">
                <a:off x="8939007" y="2035808"/>
                <a:ext cx="3965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52F9BC21-A2B1-D757-7F0F-231774C5E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80983">
                <a:off x="8939007" y="2035808"/>
                <a:ext cx="396582" cy="369332"/>
              </a:xfrm>
              <a:prstGeom prst="rect">
                <a:avLst/>
              </a:prstGeom>
              <a:blipFill>
                <a:blip r:embed="rId5"/>
                <a:stretch>
                  <a:fillRect l="-9412" r="-1176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막힌 원호 124">
            <a:extLst>
              <a:ext uri="{FF2B5EF4-FFF2-40B4-BE49-F238E27FC236}">
                <a16:creationId xmlns:a16="http://schemas.microsoft.com/office/drawing/2014/main" id="{A3E5CBB4-9114-AA47-CABC-71E7C3BBC1D3}"/>
              </a:ext>
            </a:extLst>
          </p:cNvPr>
          <p:cNvSpPr/>
          <p:nvPr/>
        </p:nvSpPr>
        <p:spPr>
          <a:xfrm rot="2486177">
            <a:off x="9246690" y="2762512"/>
            <a:ext cx="405325" cy="376596"/>
          </a:xfrm>
          <a:prstGeom prst="blockArc">
            <a:avLst>
              <a:gd name="adj1" fmla="val 10800000"/>
              <a:gd name="adj2" fmla="val 21574061"/>
              <a:gd name="adj3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30">
                <a:extLst>
                  <a:ext uri="{FF2B5EF4-FFF2-40B4-BE49-F238E27FC236}">
                    <a16:creationId xmlns:a16="http://schemas.microsoft.com/office/drawing/2014/main" id="{C81DDDEE-42FB-9E59-0C7E-04E44F03CCEF}"/>
                  </a:ext>
                </a:extLst>
              </p:cNvPr>
              <p:cNvSpPr txBox="1"/>
              <p:nvPr/>
            </p:nvSpPr>
            <p:spPr>
              <a:xfrm rot="21357679">
                <a:off x="9309252" y="2327560"/>
                <a:ext cx="3031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30">
                <a:extLst>
                  <a:ext uri="{FF2B5EF4-FFF2-40B4-BE49-F238E27FC236}">
                    <a16:creationId xmlns:a16="http://schemas.microsoft.com/office/drawing/2014/main" id="{F57FA24F-1BDF-BAD1-A090-50D115FAB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57679">
                <a:off x="9309252" y="2327560"/>
                <a:ext cx="303160" cy="369332"/>
              </a:xfrm>
              <a:prstGeom prst="rect">
                <a:avLst/>
              </a:prstGeom>
              <a:blipFill>
                <a:blip r:embed="rId6"/>
                <a:stretch>
                  <a:fillRect l="-18519" r="-18519" b="-2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E3C42CC-9D7A-7B79-C529-FC60BF660ABC}"/>
              </a:ext>
            </a:extLst>
          </p:cNvPr>
          <p:cNvSpPr txBox="1"/>
          <p:nvPr/>
        </p:nvSpPr>
        <p:spPr>
          <a:xfrm>
            <a:off x="10458489" y="3515246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ungsuh" panose="02030600000101010101" pitchFamily="18" charset="-127"/>
                <a:ea typeface="Gungsuh" panose="02030600000101010101" pitchFamily="18" charset="-127"/>
              </a:rPr>
              <a:t>Input ray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4E7D56C-6C0F-6A84-79F0-E2EA38DB28D2}"/>
              </a:ext>
            </a:extLst>
          </p:cNvPr>
          <p:cNvSpPr txBox="1"/>
          <p:nvPr/>
        </p:nvSpPr>
        <p:spPr>
          <a:xfrm>
            <a:off x="10089998" y="764290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ungsuh" panose="02030600000101010101" pitchFamily="18" charset="-127"/>
                <a:ea typeface="Gungsuh" panose="02030600000101010101" pitchFamily="18" charset="-127"/>
              </a:rPr>
              <a:t>Optical axis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38047D6-0C11-EC49-EE60-7AF44F48C927}"/>
              </a:ext>
            </a:extLst>
          </p:cNvPr>
          <p:cNvGrpSpPr/>
          <p:nvPr/>
        </p:nvGrpSpPr>
        <p:grpSpPr>
          <a:xfrm>
            <a:off x="4683582" y="2405748"/>
            <a:ext cx="124769" cy="124769"/>
            <a:chOff x="4683582" y="2405748"/>
            <a:chExt cx="124769" cy="124769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768A2AEE-BF83-8060-F8F8-E8D55F535065}"/>
                </a:ext>
              </a:extLst>
            </p:cNvPr>
            <p:cNvSpPr/>
            <p:nvPr/>
          </p:nvSpPr>
          <p:spPr>
            <a:xfrm>
              <a:off x="4683582" y="2405748"/>
              <a:ext cx="124769" cy="124769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973D5274-4644-8A13-A948-BAC65BAF60B3}"/>
                </a:ext>
              </a:extLst>
            </p:cNvPr>
            <p:cNvSpPr/>
            <p:nvPr/>
          </p:nvSpPr>
          <p:spPr>
            <a:xfrm>
              <a:off x="4729967" y="2445507"/>
              <a:ext cx="36576" cy="3657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CB2508A2-60D8-5B49-52B5-23A8E1E0A37D}"/>
              </a:ext>
            </a:extLst>
          </p:cNvPr>
          <p:cNvGrpSpPr/>
          <p:nvPr/>
        </p:nvGrpSpPr>
        <p:grpSpPr>
          <a:xfrm>
            <a:off x="4849618" y="2306590"/>
            <a:ext cx="124769" cy="124769"/>
            <a:chOff x="4683582" y="2405748"/>
            <a:chExt cx="124769" cy="124769"/>
          </a:xfrm>
        </p:grpSpPr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A723F351-A617-41FA-23F4-4E782AEC8897}"/>
                </a:ext>
              </a:extLst>
            </p:cNvPr>
            <p:cNvSpPr/>
            <p:nvPr/>
          </p:nvSpPr>
          <p:spPr>
            <a:xfrm>
              <a:off x="4683582" y="2405748"/>
              <a:ext cx="124769" cy="124769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31416700-81C3-3EFA-8F67-23C89B92AF95}"/>
                </a:ext>
              </a:extLst>
            </p:cNvPr>
            <p:cNvSpPr/>
            <p:nvPr/>
          </p:nvSpPr>
          <p:spPr>
            <a:xfrm>
              <a:off x="4729967" y="2445507"/>
              <a:ext cx="36576" cy="3657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80BDA3CD-1B33-824B-37E4-F31314C8FEEB}"/>
              </a:ext>
            </a:extLst>
          </p:cNvPr>
          <p:cNvGrpSpPr/>
          <p:nvPr/>
        </p:nvGrpSpPr>
        <p:grpSpPr>
          <a:xfrm>
            <a:off x="5029281" y="2207324"/>
            <a:ext cx="124769" cy="124769"/>
            <a:chOff x="4683582" y="2405748"/>
            <a:chExt cx="124769" cy="124769"/>
          </a:xfrm>
        </p:grpSpPr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902C171D-DA59-0706-22AD-117C030AE67C}"/>
                </a:ext>
              </a:extLst>
            </p:cNvPr>
            <p:cNvSpPr/>
            <p:nvPr/>
          </p:nvSpPr>
          <p:spPr>
            <a:xfrm>
              <a:off x="4683582" y="2405748"/>
              <a:ext cx="124769" cy="124769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E834D704-74B6-B4B0-8829-7F04405D697B}"/>
                </a:ext>
              </a:extLst>
            </p:cNvPr>
            <p:cNvSpPr/>
            <p:nvPr/>
          </p:nvSpPr>
          <p:spPr>
            <a:xfrm>
              <a:off x="4729967" y="2445507"/>
              <a:ext cx="36576" cy="3657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4F2BDE32-10A7-EA77-5388-68D77C61871F}"/>
              </a:ext>
            </a:extLst>
          </p:cNvPr>
          <p:cNvGrpSpPr/>
          <p:nvPr/>
        </p:nvGrpSpPr>
        <p:grpSpPr>
          <a:xfrm>
            <a:off x="5202573" y="2112401"/>
            <a:ext cx="124769" cy="124769"/>
            <a:chOff x="4683582" y="2405748"/>
            <a:chExt cx="124769" cy="124769"/>
          </a:xfrm>
        </p:grpSpPr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1BE1654D-9532-1F4E-D3F8-B5682D4341B3}"/>
                </a:ext>
              </a:extLst>
            </p:cNvPr>
            <p:cNvSpPr/>
            <p:nvPr/>
          </p:nvSpPr>
          <p:spPr>
            <a:xfrm>
              <a:off x="4683582" y="2405748"/>
              <a:ext cx="124769" cy="124769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楕円 33">
              <a:extLst>
                <a:ext uri="{FF2B5EF4-FFF2-40B4-BE49-F238E27FC236}">
                  <a16:creationId xmlns:a16="http://schemas.microsoft.com/office/drawing/2014/main" id="{8F2680E7-1167-E539-2390-B498C32A1607}"/>
                </a:ext>
              </a:extLst>
            </p:cNvPr>
            <p:cNvSpPr/>
            <p:nvPr/>
          </p:nvSpPr>
          <p:spPr>
            <a:xfrm>
              <a:off x="4729967" y="2445507"/>
              <a:ext cx="36576" cy="3657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Straight Arrow Connector 22">
            <a:extLst>
              <a:ext uri="{FF2B5EF4-FFF2-40B4-BE49-F238E27FC236}">
                <a16:creationId xmlns:a16="http://schemas.microsoft.com/office/drawing/2014/main" id="{98C753AB-37E7-19A4-048C-D18D11179D45}"/>
              </a:ext>
            </a:extLst>
          </p:cNvPr>
          <p:cNvCxnSpPr>
            <a:cxnSpLocks/>
          </p:cNvCxnSpPr>
          <p:nvPr/>
        </p:nvCxnSpPr>
        <p:spPr>
          <a:xfrm>
            <a:off x="3683930" y="3041650"/>
            <a:ext cx="705779" cy="427703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22">
            <a:extLst>
              <a:ext uri="{FF2B5EF4-FFF2-40B4-BE49-F238E27FC236}">
                <a16:creationId xmlns:a16="http://schemas.microsoft.com/office/drawing/2014/main" id="{7753F6C3-4431-3B85-9660-C900030B9FE1}"/>
              </a:ext>
            </a:extLst>
          </p:cNvPr>
          <p:cNvCxnSpPr>
            <a:cxnSpLocks/>
          </p:cNvCxnSpPr>
          <p:nvPr/>
        </p:nvCxnSpPr>
        <p:spPr>
          <a:xfrm>
            <a:off x="4358873" y="3459169"/>
            <a:ext cx="1080582" cy="657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325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C226BDC-0CB6-26DE-991B-89CA9E79C5E9}"/>
              </a:ext>
            </a:extLst>
          </p:cNvPr>
          <p:cNvSpPr/>
          <p:nvPr/>
        </p:nvSpPr>
        <p:spPr>
          <a:xfrm>
            <a:off x="2597150" y="810635"/>
            <a:ext cx="2997200" cy="47498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19">
            <a:extLst>
              <a:ext uri="{FF2B5EF4-FFF2-40B4-BE49-F238E27FC236}">
                <a16:creationId xmlns:a16="http://schemas.microsoft.com/office/drawing/2014/main" id="{523D071C-121D-A032-2720-D28BF21A1251}"/>
              </a:ext>
            </a:extLst>
          </p:cNvPr>
          <p:cNvCxnSpPr>
            <a:cxnSpLocks/>
          </p:cNvCxnSpPr>
          <p:nvPr/>
        </p:nvCxnSpPr>
        <p:spPr>
          <a:xfrm flipH="1">
            <a:off x="4196798" y="3474956"/>
            <a:ext cx="1556985" cy="0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20">
            <a:extLst>
              <a:ext uri="{FF2B5EF4-FFF2-40B4-BE49-F238E27FC236}">
                <a16:creationId xmlns:a16="http://schemas.microsoft.com/office/drawing/2014/main" id="{DF332429-EE6C-28DC-FEFB-88421ED4E9D2}"/>
              </a:ext>
            </a:extLst>
          </p:cNvPr>
          <p:cNvCxnSpPr>
            <a:cxnSpLocks/>
          </p:cNvCxnSpPr>
          <p:nvPr/>
        </p:nvCxnSpPr>
        <p:spPr>
          <a:xfrm flipV="1">
            <a:off x="4196798" y="1406095"/>
            <a:ext cx="0" cy="209673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2F6E254-9F7D-C8C6-CBF1-DEE83AD4D96D}"/>
              </a:ext>
            </a:extLst>
          </p:cNvPr>
          <p:cNvSpPr txBox="1"/>
          <p:nvPr/>
        </p:nvSpPr>
        <p:spPr>
          <a:xfrm>
            <a:off x="5795918" y="3216189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y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FB2F9-CEEF-5C71-38C6-B799E7956BA7}"/>
              </a:ext>
            </a:extLst>
          </p:cNvPr>
          <p:cNvSpPr txBox="1"/>
          <p:nvPr/>
        </p:nvSpPr>
        <p:spPr>
          <a:xfrm>
            <a:off x="4196797" y="124229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9" name="Straight Arrow Connector 22">
            <a:extLst>
              <a:ext uri="{FF2B5EF4-FFF2-40B4-BE49-F238E27FC236}">
                <a16:creationId xmlns:a16="http://schemas.microsoft.com/office/drawing/2014/main" id="{D51E3D2A-D8EB-0221-0D95-E2EDDF890051}"/>
              </a:ext>
            </a:extLst>
          </p:cNvPr>
          <p:cNvCxnSpPr>
            <a:cxnSpLocks/>
          </p:cNvCxnSpPr>
          <p:nvPr/>
        </p:nvCxnSpPr>
        <p:spPr>
          <a:xfrm flipH="1" flipV="1">
            <a:off x="3445652" y="3216189"/>
            <a:ext cx="715829" cy="2308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9">
            <a:extLst>
              <a:ext uri="{FF2B5EF4-FFF2-40B4-BE49-F238E27FC236}">
                <a16:creationId xmlns:a16="http://schemas.microsoft.com/office/drawing/2014/main" id="{B9FD379B-DBBB-FF5A-A185-5907F4F2BF8D}"/>
              </a:ext>
            </a:extLst>
          </p:cNvPr>
          <p:cNvCxnSpPr>
            <a:cxnSpLocks/>
          </p:cNvCxnSpPr>
          <p:nvPr/>
        </p:nvCxnSpPr>
        <p:spPr>
          <a:xfrm flipV="1">
            <a:off x="3068160" y="3447086"/>
            <a:ext cx="1128637" cy="1552529"/>
          </a:xfrm>
          <a:prstGeom prst="straightConnector1">
            <a:avLst/>
          </a:prstGeom>
          <a:ln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8631936-F4D8-87D8-2232-104A29320EC1}"/>
              </a:ext>
            </a:extLst>
          </p:cNvPr>
          <p:cNvSpPr txBox="1"/>
          <p:nvPr/>
        </p:nvSpPr>
        <p:spPr>
          <a:xfrm>
            <a:off x="3145570" y="4877037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z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6" name="막힌 원호 15">
            <a:extLst>
              <a:ext uri="{FF2B5EF4-FFF2-40B4-BE49-F238E27FC236}">
                <a16:creationId xmlns:a16="http://schemas.microsoft.com/office/drawing/2014/main" id="{EDF5AAF4-1BED-B736-D163-3561D851422D}"/>
              </a:ext>
            </a:extLst>
          </p:cNvPr>
          <p:cNvSpPr/>
          <p:nvPr/>
        </p:nvSpPr>
        <p:spPr>
          <a:xfrm rot="14184790">
            <a:off x="3867961" y="3446576"/>
            <a:ext cx="279822" cy="141896"/>
          </a:xfrm>
          <a:prstGeom prst="blockArc">
            <a:avLst>
              <a:gd name="adj1" fmla="val 10800000"/>
              <a:gd name="adj2" fmla="val 21574061"/>
              <a:gd name="adj3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40D176-7991-90F6-4B0F-AD3F045B9EE7}"/>
                  </a:ext>
                </a:extLst>
              </p:cNvPr>
              <p:cNvSpPr txBox="1"/>
              <p:nvPr/>
            </p:nvSpPr>
            <p:spPr>
              <a:xfrm>
                <a:off x="3694070" y="3439737"/>
                <a:ext cx="2703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40D176-7991-90F6-4B0F-AD3F045B9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4070" y="3439737"/>
                <a:ext cx="270330" cy="369332"/>
              </a:xfrm>
              <a:prstGeom prst="rect">
                <a:avLst/>
              </a:prstGeom>
              <a:blipFill>
                <a:blip r:embed="rId2"/>
                <a:stretch>
                  <a:fillRect l="-25000" r="-18182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40D37189-5906-ACDA-8E6B-7594B8B30C1D}"/>
              </a:ext>
            </a:extLst>
          </p:cNvPr>
          <p:cNvSpPr/>
          <p:nvPr/>
        </p:nvSpPr>
        <p:spPr>
          <a:xfrm rot="809408">
            <a:off x="1849987" y="995836"/>
            <a:ext cx="4693622" cy="4440704"/>
          </a:xfrm>
          <a:prstGeom prst="parallelogram">
            <a:avLst/>
          </a:prstGeom>
          <a:solidFill>
            <a:srgbClr val="324D6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C144106-931E-4B17-7E10-56DD87B9924B}"/>
              </a:ext>
            </a:extLst>
          </p:cNvPr>
          <p:cNvCxnSpPr>
            <a:cxnSpLocks/>
          </p:cNvCxnSpPr>
          <p:nvPr/>
        </p:nvCxnSpPr>
        <p:spPr>
          <a:xfrm>
            <a:off x="2597150" y="2527300"/>
            <a:ext cx="2997200" cy="175895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F4C7975-B001-A1D7-2EA6-590C481C18EC}"/>
                  </a:ext>
                </a:extLst>
              </p:cNvPr>
              <p:cNvSpPr txBox="1"/>
              <p:nvPr/>
            </p:nvSpPr>
            <p:spPr>
              <a:xfrm rot="21330595">
                <a:off x="2941996" y="2345647"/>
                <a:ext cx="5786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𝑇𝐸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F4C7975-B001-A1D7-2EA6-590C481C1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30595">
                <a:off x="2941996" y="2345647"/>
                <a:ext cx="578620" cy="369332"/>
              </a:xfrm>
              <a:prstGeom prst="rect">
                <a:avLst/>
              </a:prstGeom>
              <a:blipFill>
                <a:blip r:embed="rId3"/>
                <a:stretch>
                  <a:fillRect l="-9000" r="-2000"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866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9AA68-DDEC-F3D7-35E8-8926B5212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B0115726-E806-55EE-2B83-000BF5746B61}"/>
              </a:ext>
            </a:extLst>
          </p:cNvPr>
          <p:cNvGrpSpPr/>
          <p:nvPr/>
        </p:nvGrpSpPr>
        <p:grpSpPr>
          <a:xfrm>
            <a:off x="618799" y="1281136"/>
            <a:ext cx="7079648" cy="4663773"/>
            <a:chOff x="-1373774" y="1231188"/>
            <a:chExt cx="7079648" cy="4663773"/>
          </a:xfrm>
        </p:grpSpPr>
        <p:sp>
          <p:nvSpPr>
            <p:cNvPr id="180" name="二等辺三角形 179">
              <a:extLst>
                <a:ext uri="{FF2B5EF4-FFF2-40B4-BE49-F238E27FC236}">
                  <a16:creationId xmlns:a16="http://schemas.microsoft.com/office/drawing/2014/main" id="{94C44971-444A-E1C1-8841-CAF1141CCDB3}"/>
                </a:ext>
              </a:extLst>
            </p:cNvPr>
            <p:cNvSpPr/>
            <p:nvPr/>
          </p:nvSpPr>
          <p:spPr>
            <a:xfrm rot="8323263">
              <a:off x="707068" y="1526725"/>
              <a:ext cx="1427346" cy="3305339"/>
            </a:xfrm>
            <a:prstGeom prst="triangle">
              <a:avLst>
                <a:gd name="adj" fmla="val 0"/>
              </a:avLst>
            </a:prstGeom>
            <a:solidFill>
              <a:schemeClr val="bg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CC7B028F-2901-FE64-86EA-6EA3D3AECFA4}"/>
                </a:ext>
              </a:extLst>
            </p:cNvPr>
            <p:cNvSpPr/>
            <p:nvPr/>
          </p:nvSpPr>
          <p:spPr>
            <a:xfrm rot="3743983">
              <a:off x="-885231" y="1162212"/>
              <a:ext cx="2422166" cy="3399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二等辺三角形 30">
              <a:extLst>
                <a:ext uri="{FF2B5EF4-FFF2-40B4-BE49-F238E27FC236}">
                  <a16:creationId xmlns:a16="http://schemas.microsoft.com/office/drawing/2014/main" id="{BDE71F19-20A1-802F-45AD-59663E22BDD1}"/>
                </a:ext>
              </a:extLst>
            </p:cNvPr>
            <p:cNvSpPr/>
            <p:nvPr/>
          </p:nvSpPr>
          <p:spPr>
            <a:xfrm rot="19105234">
              <a:off x="3578609" y="3339293"/>
              <a:ext cx="885421" cy="2130097"/>
            </a:xfrm>
            <a:prstGeom prst="triangle">
              <a:avLst>
                <a:gd name="adj" fmla="val 0"/>
              </a:avLst>
            </a:prstGeom>
            <a:solidFill>
              <a:schemeClr val="bg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ABF489C3-516F-435A-1F7B-E5E06E2346E6}"/>
                </a:ext>
              </a:extLst>
            </p:cNvPr>
            <p:cNvSpPr/>
            <p:nvPr/>
          </p:nvSpPr>
          <p:spPr>
            <a:xfrm rot="1777756">
              <a:off x="4571930" y="4766818"/>
              <a:ext cx="939369" cy="11281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69EF57C9-3445-51C0-1A67-1BF3586C3C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1919" y="2923745"/>
              <a:ext cx="597326" cy="77939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78" name="円弧 177">
              <a:extLst>
                <a:ext uri="{FF2B5EF4-FFF2-40B4-BE49-F238E27FC236}">
                  <a16:creationId xmlns:a16="http://schemas.microsoft.com/office/drawing/2014/main" id="{0518B459-13B7-E8F1-5C65-6D5864A8F32B}"/>
                </a:ext>
              </a:extLst>
            </p:cNvPr>
            <p:cNvSpPr/>
            <p:nvPr/>
          </p:nvSpPr>
          <p:spPr>
            <a:xfrm rot="16200000">
              <a:off x="2459254" y="3516836"/>
              <a:ext cx="301908" cy="252800"/>
            </a:xfrm>
            <a:prstGeom prst="arc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3" name="直線コネクタ 172">
              <a:extLst>
                <a:ext uri="{FF2B5EF4-FFF2-40B4-BE49-F238E27FC236}">
                  <a16:creationId xmlns:a16="http://schemas.microsoft.com/office/drawing/2014/main" id="{0E062E9A-F9D9-E5DA-F0EF-C6E5231348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95779" y="2824353"/>
              <a:ext cx="597326" cy="77939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3" name="直線矢印コネクタ 162">
              <a:extLst>
                <a:ext uri="{FF2B5EF4-FFF2-40B4-BE49-F238E27FC236}">
                  <a16:creationId xmlns:a16="http://schemas.microsoft.com/office/drawing/2014/main" id="{17E9F655-18B7-0116-BFC1-FB8A1E2DD4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6740" y="1699147"/>
              <a:ext cx="1934960" cy="22357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29" name="直線コネクタ 128">
              <a:extLst>
                <a:ext uri="{FF2B5EF4-FFF2-40B4-BE49-F238E27FC236}">
                  <a16:creationId xmlns:a16="http://schemas.microsoft.com/office/drawing/2014/main" id="{48135102-48D7-1B27-88D8-C266BD36D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186" y="2902292"/>
              <a:ext cx="4800402" cy="228511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直方体 129">
              <a:extLst>
                <a:ext uri="{FF2B5EF4-FFF2-40B4-BE49-F238E27FC236}">
                  <a16:creationId xmlns:a16="http://schemas.microsoft.com/office/drawing/2014/main" id="{7DEAD4EC-F38F-89E2-F41F-B61BE82A6D9F}"/>
                </a:ext>
              </a:extLst>
            </p:cNvPr>
            <p:cNvSpPr/>
            <p:nvPr/>
          </p:nvSpPr>
          <p:spPr>
            <a:xfrm rot="10800000" flipV="1">
              <a:off x="1103376" y="2144463"/>
              <a:ext cx="3453647" cy="3280211"/>
            </a:xfrm>
            <a:prstGeom prst="cube">
              <a:avLst>
                <a:gd name="adj" fmla="val 16324"/>
              </a:avLst>
            </a:prstGeom>
            <a:gradFill>
              <a:gsLst>
                <a:gs pos="0">
                  <a:schemeClr val="accent1">
                    <a:satMod val="103000"/>
                    <a:lumMod val="102000"/>
                    <a:tint val="94000"/>
                    <a:alpha val="50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  <a:alpha val="5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  <a:alpha val="50000"/>
                  </a:schemeClr>
                </a:gs>
              </a:gsLst>
            </a:gradFill>
            <a:scene3d>
              <a:camera prst="orthographicFront">
                <a:rot lat="600000" lon="19200000" rev="0"/>
              </a:camera>
              <a:lightRig rig="threePt" dir="t"/>
            </a:scene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1" name="直線コネクタ 130">
              <a:extLst>
                <a:ext uri="{FF2B5EF4-FFF2-40B4-BE49-F238E27FC236}">
                  <a16:creationId xmlns:a16="http://schemas.microsoft.com/office/drawing/2014/main" id="{95D827C9-24A9-F348-593D-E133CBD51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284" y="3542322"/>
              <a:ext cx="5575590" cy="790353"/>
            </a:xfrm>
            <a:prstGeom prst="line">
              <a:avLst/>
            </a:prstGeom>
            <a:ln w="9525">
              <a:prstDash val="sysDash"/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線コネクタ 131">
              <a:extLst>
                <a:ext uri="{FF2B5EF4-FFF2-40B4-BE49-F238E27FC236}">
                  <a16:creationId xmlns:a16="http://schemas.microsoft.com/office/drawing/2014/main" id="{AA30353D-95B6-59DD-4DFE-ACEC9D3B5B6C}"/>
                </a:ext>
              </a:extLst>
            </p:cNvPr>
            <p:cNvCxnSpPr>
              <a:cxnSpLocks/>
            </p:cNvCxnSpPr>
            <p:nvPr/>
          </p:nvCxnSpPr>
          <p:spPr>
            <a:xfrm>
              <a:off x="3010072" y="1385976"/>
              <a:ext cx="0" cy="2550589"/>
            </a:xfrm>
            <a:prstGeom prst="line">
              <a:avLst/>
            </a:prstGeom>
            <a:ln w="9525">
              <a:prstDash val="sysDash"/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54B33FA6-89B3-DBC7-B345-7CCFFB2512C2}"/>
                </a:ext>
              </a:extLst>
            </p:cNvPr>
            <p:cNvCxnSpPr>
              <a:cxnSpLocks/>
            </p:cNvCxnSpPr>
            <p:nvPr/>
          </p:nvCxnSpPr>
          <p:spPr>
            <a:xfrm>
              <a:off x="1531875" y="3641603"/>
              <a:ext cx="372635" cy="436057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二等辺三角形 139">
              <a:extLst>
                <a:ext uri="{FF2B5EF4-FFF2-40B4-BE49-F238E27FC236}">
                  <a16:creationId xmlns:a16="http://schemas.microsoft.com/office/drawing/2014/main" id="{E8B2045E-0C1B-7D26-C9EA-444A90235C59}"/>
                </a:ext>
              </a:extLst>
            </p:cNvPr>
            <p:cNvSpPr/>
            <p:nvPr/>
          </p:nvSpPr>
          <p:spPr>
            <a:xfrm rot="912908">
              <a:off x="191573" y="3781640"/>
              <a:ext cx="4428076" cy="1155771"/>
            </a:xfrm>
            <a:prstGeom prst="triangle">
              <a:avLst>
                <a:gd name="adj" fmla="val 60257"/>
              </a:avLst>
            </a:prstGeom>
            <a:solidFill>
              <a:schemeClr val="bg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二等辺三角形 140">
              <a:extLst>
                <a:ext uri="{FF2B5EF4-FFF2-40B4-BE49-F238E27FC236}">
                  <a16:creationId xmlns:a16="http://schemas.microsoft.com/office/drawing/2014/main" id="{0664521F-1DC3-47CC-51DE-CA2ADA353317}"/>
                </a:ext>
              </a:extLst>
            </p:cNvPr>
            <p:cNvSpPr/>
            <p:nvPr/>
          </p:nvSpPr>
          <p:spPr>
            <a:xfrm rot="17954400" flipH="1">
              <a:off x="2983728" y="3053239"/>
              <a:ext cx="2202807" cy="1982192"/>
            </a:xfrm>
            <a:prstGeom prst="triangle">
              <a:avLst>
                <a:gd name="adj" fmla="val 68976"/>
              </a:avLst>
            </a:prstGeom>
            <a:solidFill>
              <a:schemeClr val="bg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2" name="直線矢印コネクタ 141">
              <a:extLst>
                <a:ext uri="{FF2B5EF4-FFF2-40B4-BE49-F238E27FC236}">
                  <a16:creationId xmlns:a16="http://schemas.microsoft.com/office/drawing/2014/main" id="{0640FDC6-147F-C85B-57DF-E5A7D51AD9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0072" y="3924459"/>
              <a:ext cx="1430428" cy="16144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直線コネクタ 159">
              <a:extLst>
                <a:ext uri="{FF2B5EF4-FFF2-40B4-BE49-F238E27FC236}">
                  <a16:creationId xmlns:a16="http://schemas.microsoft.com/office/drawing/2014/main" id="{1E6C05B9-529B-9E04-0B29-B52B20DBA0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6528" y="4502466"/>
              <a:ext cx="0" cy="837277"/>
            </a:xfrm>
            <a:prstGeom prst="line">
              <a:avLst/>
            </a:prstGeom>
            <a:ln>
              <a:prstDash val="solid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テキスト ボックス 182">
                  <a:extLst>
                    <a:ext uri="{FF2B5EF4-FFF2-40B4-BE49-F238E27FC236}">
                      <a16:creationId xmlns:a16="http://schemas.microsoft.com/office/drawing/2014/main" id="{2220A236-E7B6-B8D5-330E-0483692E8CD1}"/>
                    </a:ext>
                  </a:extLst>
                </p:cNvPr>
                <p:cNvSpPr txBox="1"/>
                <p:nvPr/>
              </p:nvSpPr>
              <p:spPr>
                <a:xfrm>
                  <a:off x="2191426" y="3206975"/>
                  <a:ext cx="2947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テキスト ボックス 182">
                  <a:extLst>
                    <a:ext uri="{FF2B5EF4-FFF2-40B4-BE49-F238E27FC236}">
                      <a16:creationId xmlns:a16="http://schemas.microsoft.com/office/drawing/2014/main" id="{2220A236-E7B6-B8D5-330E-0483692E8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426" y="3206975"/>
                  <a:ext cx="294760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6327" r="-204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テキスト ボックス 183">
                  <a:extLst>
                    <a:ext uri="{FF2B5EF4-FFF2-40B4-BE49-F238E27FC236}">
                      <a16:creationId xmlns:a16="http://schemas.microsoft.com/office/drawing/2014/main" id="{C650E2FB-1953-2D26-014C-BA19119A2481}"/>
                    </a:ext>
                  </a:extLst>
                </p:cNvPr>
                <p:cNvSpPr txBox="1"/>
                <p:nvPr/>
              </p:nvSpPr>
              <p:spPr>
                <a:xfrm>
                  <a:off x="1628300" y="3517192"/>
                  <a:ext cx="20608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4" name="テキスト ボックス 183">
                  <a:extLst>
                    <a:ext uri="{FF2B5EF4-FFF2-40B4-BE49-F238E27FC236}">
                      <a16:creationId xmlns:a16="http://schemas.microsoft.com/office/drawing/2014/main" id="{C650E2FB-1953-2D26-014C-BA19119A24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8300" y="3517192"/>
                  <a:ext cx="20608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6471" r="-20588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テキスト ボックス 190">
                  <a:extLst>
                    <a:ext uri="{FF2B5EF4-FFF2-40B4-BE49-F238E27FC236}">
                      <a16:creationId xmlns:a16="http://schemas.microsoft.com/office/drawing/2014/main" id="{8B609B1E-7E4A-5827-761E-C335A95A52D0}"/>
                    </a:ext>
                  </a:extLst>
                </p:cNvPr>
                <p:cNvSpPr txBox="1"/>
                <p:nvPr/>
              </p:nvSpPr>
              <p:spPr>
                <a:xfrm>
                  <a:off x="-222636" y="2588521"/>
                  <a:ext cx="128092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𝑂𝑝𝑡𝑖𝑐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𝑎𝑥𝑖𝑠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91" name="テキスト ボックス 190">
                  <a:extLst>
                    <a:ext uri="{FF2B5EF4-FFF2-40B4-BE49-F238E27FC236}">
                      <a16:creationId xmlns:a16="http://schemas.microsoft.com/office/drawing/2014/main" id="{8B609B1E-7E4A-5827-761E-C335A95A5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2636" y="2588521"/>
                  <a:ext cx="128092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5714" t="-2222" r="-1905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テキスト ボックス 195">
                  <a:extLst>
                    <a:ext uri="{FF2B5EF4-FFF2-40B4-BE49-F238E27FC236}">
                      <a16:creationId xmlns:a16="http://schemas.microsoft.com/office/drawing/2014/main" id="{63CBE710-3964-2FAB-405B-4674A739CE31}"/>
                    </a:ext>
                  </a:extLst>
                </p:cNvPr>
                <p:cNvSpPr txBox="1"/>
                <p:nvPr/>
              </p:nvSpPr>
              <p:spPr>
                <a:xfrm>
                  <a:off x="4513688" y="5322947"/>
                  <a:ext cx="35631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6" name="テキスト ボックス 195">
                  <a:extLst>
                    <a:ext uri="{FF2B5EF4-FFF2-40B4-BE49-F238E27FC236}">
                      <a16:creationId xmlns:a16="http://schemas.microsoft.com/office/drawing/2014/main" id="{63CBE710-3964-2FAB-405B-4674A739C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3688" y="5322947"/>
                  <a:ext cx="35631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3559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テキスト ボックス 198">
                  <a:extLst>
                    <a:ext uri="{FF2B5EF4-FFF2-40B4-BE49-F238E27FC236}">
                      <a16:creationId xmlns:a16="http://schemas.microsoft.com/office/drawing/2014/main" id="{60C9A364-4B32-E455-CA63-48F49B29346C}"/>
                    </a:ext>
                  </a:extLst>
                </p:cNvPr>
                <p:cNvSpPr txBox="1"/>
                <p:nvPr/>
              </p:nvSpPr>
              <p:spPr>
                <a:xfrm>
                  <a:off x="387680" y="5396488"/>
                  <a:ext cx="3057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9" name="テキスト ボックス 198">
                  <a:extLst>
                    <a:ext uri="{FF2B5EF4-FFF2-40B4-BE49-F238E27FC236}">
                      <a16:creationId xmlns:a16="http://schemas.microsoft.com/office/drawing/2014/main" id="{60C9A364-4B32-E455-CA63-48F49B2934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680" y="5396488"/>
                  <a:ext cx="305789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9804" t="-23913" r="-45098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テキスト ボックス 200">
                  <a:extLst>
                    <a:ext uri="{FF2B5EF4-FFF2-40B4-BE49-F238E27FC236}">
                      <a16:creationId xmlns:a16="http://schemas.microsoft.com/office/drawing/2014/main" id="{BED4360B-96B6-253A-4733-DFA1FE69D9EA}"/>
                    </a:ext>
                  </a:extLst>
                </p:cNvPr>
                <p:cNvSpPr txBox="1"/>
                <p:nvPr/>
              </p:nvSpPr>
              <p:spPr>
                <a:xfrm>
                  <a:off x="972253" y="4605258"/>
                  <a:ext cx="313419" cy="2989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1" name="テキスト ボックス 200">
                  <a:extLst>
                    <a:ext uri="{FF2B5EF4-FFF2-40B4-BE49-F238E27FC236}">
                      <a16:creationId xmlns:a16="http://schemas.microsoft.com/office/drawing/2014/main" id="{BED4360B-96B6-253A-4733-DFA1FE69D9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253" y="4605258"/>
                  <a:ext cx="313419" cy="298928"/>
                </a:xfrm>
                <a:prstGeom prst="rect">
                  <a:avLst/>
                </a:prstGeom>
                <a:blipFill>
                  <a:blip r:embed="rId7"/>
                  <a:stretch>
                    <a:fillRect l="-9615" t="-22449" r="-44231" b="-183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テキスト ボックス 202">
                  <a:extLst>
                    <a:ext uri="{FF2B5EF4-FFF2-40B4-BE49-F238E27FC236}">
                      <a16:creationId xmlns:a16="http://schemas.microsoft.com/office/drawing/2014/main" id="{FF2BC06A-6AA5-316B-4D11-A64A61B5F8F9}"/>
                    </a:ext>
                  </a:extLst>
                </p:cNvPr>
                <p:cNvSpPr txBox="1"/>
                <p:nvPr/>
              </p:nvSpPr>
              <p:spPr>
                <a:xfrm>
                  <a:off x="283473" y="4672541"/>
                  <a:ext cx="2954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3" name="テキスト ボックス 202">
                  <a:extLst>
                    <a:ext uri="{FF2B5EF4-FFF2-40B4-BE49-F238E27FC236}">
                      <a16:creationId xmlns:a16="http://schemas.microsoft.com/office/drawing/2014/main" id="{FF2BC06A-6AA5-316B-4D11-A64A61B5F8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473" y="4672541"/>
                  <a:ext cx="295401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0204" t="-26667" r="-46939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4" name="直線コネクタ 203">
              <a:extLst>
                <a:ext uri="{FF2B5EF4-FFF2-40B4-BE49-F238E27FC236}">
                  <a16:creationId xmlns:a16="http://schemas.microsoft.com/office/drawing/2014/main" id="{8B037684-2025-47E2-23F9-575E618FED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724" y="5354389"/>
              <a:ext cx="495830" cy="70285"/>
            </a:xfrm>
            <a:prstGeom prst="line">
              <a:avLst/>
            </a:prstGeom>
            <a:ln w="9525">
              <a:prstDash val="sysDash"/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コネクタ 205">
              <a:extLst>
                <a:ext uri="{FF2B5EF4-FFF2-40B4-BE49-F238E27FC236}">
                  <a16:creationId xmlns:a16="http://schemas.microsoft.com/office/drawing/2014/main" id="{ADBBE2EF-46F2-47AF-02A5-4D76945F827A}"/>
                </a:ext>
              </a:extLst>
            </p:cNvPr>
            <p:cNvCxnSpPr>
              <a:cxnSpLocks/>
            </p:cNvCxnSpPr>
            <p:nvPr/>
          </p:nvCxnSpPr>
          <p:spPr>
            <a:xfrm>
              <a:off x="1065554" y="4892381"/>
              <a:ext cx="0" cy="447362"/>
            </a:xfrm>
            <a:prstGeom prst="line">
              <a:avLst/>
            </a:prstGeom>
            <a:ln w="9525">
              <a:prstDash val="sysDash"/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コネクタ 207">
              <a:extLst>
                <a:ext uri="{FF2B5EF4-FFF2-40B4-BE49-F238E27FC236}">
                  <a16:creationId xmlns:a16="http://schemas.microsoft.com/office/drawing/2014/main" id="{BCB8AD9C-EC91-B69E-699F-E113CD1D22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5142" y="4899048"/>
              <a:ext cx="814729" cy="774439"/>
            </a:xfrm>
            <a:prstGeom prst="line">
              <a:avLst/>
            </a:prstGeom>
            <a:ln w="9525"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テキスト ボックス 211">
                  <a:extLst>
                    <a:ext uri="{FF2B5EF4-FFF2-40B4-BE49-F238E27FC236}">
                      <a16:creationId xmlns:a16="http://schemas.microsoft.com/office/drawing/2014/main" id="{ACD6B711-1ED3-37F3-E5CF-452B7C56E62C}"/>
                    </a:ext>
                  </a:extLst>
                </p:cNvPr>
                <p:cNvSpPr txBox="1"/>
                <p:nvPr/>
              </p:nvSpPr>
              <p:spPr>
                <a:xfrm>
                  <a:off x="773841" y="1231188"/>
                  <a:ext cx="45409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2" name="テキスト ボックス 211">
                  <a:extLst>
                    <a:ext uri="{FF2B5EF4-FFF2-40B4-BE49-F238E27FC236}">
                      <a16:creationId xmlns:a16="http://schemas.microsoft.com/office/drawing/2014/main" id="{ACD6B711-1ED3-37F3-E5CF-452B7C56E6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841" y="1231188"/>
                  <a:ext cx="45409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2162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150392C5-3C01-F447-72B2-A871CBD12E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6504" y="4041472"/>
              <a:ext cx="0" cy="837277"/>
            </a:xfrm>
            <a:prstGeom prst="line">
              <a:avLst/>
            </a:prstGeom>
            <a:ln>
              <a:prstDash val="solid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0B90A7AE-15B5-3904-CE1A-2642EE9DE2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8904" y="4193872"/>
              <a:ext cx="0" cy="837277"/>
            </a:xfrm>
            <a:prstGeom prst="line">
              <a:avLst/>
            </a:prstGeom>
            <a:ln>
              <a:prstDash val="solid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B5703FB-FA15-2FD7-7E38-055A7054E8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1304" y="4346272"/>
              <a:ext cx="0" cy="837277"/>
            </a:xfrm>
            <a:prstGeom prst="line">
              <a:avLst/>
            </a:prstGeom>
            <a:ln>
              <a:prstDash val="solid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CBD7E590-DAE9-1C12-1E26-E6DBF5AEA5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9871" y="2401591"/>
              <a:ext cx="597326" cy="77939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CCB6D77-074A-D2FB-AAAE-CC98A68C86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2761" y="2506400"/>
              <a:ext cx="597326" cy="77939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42E6391-B412-F400-998D-FD5BE360AF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4422" y="2613734"/>
              <a:ext cx="597326" cy="77939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52DB9722-CB1A-F077-2BF7-39EDE7799F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2517" y="2719420"/>
              <a:ext cx="597326" cy="77939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0F48FD9-03D9-85AB-75A4-844BE93043CC}"/>
                  </a:ext>
                </a:extLst>
              </p:cNvPr>
              <p:cNvSpPr txBox="1"/>
              <p:nvPr/>
            </p:nvSpPr>
            <p:spPr>
              <a:xfrm>
                <a:off x="1152939" y="6433930"/>
                <a:ext cx="23972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Surface normal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0F48FD9-03D9-85AB-75A4-844BE9304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939" y="6433930"/>
                <a:ext cx="2397259" cy="369332"/>
              </a:xfrm>
              <a:prstGeom prst="rect">
                <a:avLst/>
              </a:prstGeom>
              <a:blipFill>
                <a:blip r:embed="rId10"/>
                <a:stretch>
                  <a:fillRect l="-2036" t="-6557" r="-381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132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32CE8-FC63-0D31-D1DA-1D1A548FD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グループ化 170">
            <a:extLst>
              <a:ext uri="{FF2B5EF4-FFF2-40B4-BE49-F238E27FC236}">
                <a16:creationId xmlns:a16="http://schemas.microsoft.com/office/drawing/2014/main" id="{676647FD-B9D8-F8CB-BADF-142739ADCF25}"/>
              </a:ext>
            </a:extLst>
          </p:cNvPr>
          <p:cNvGrpSpPr/>
          <p:nvPr/>
        </p:nvGrpSpPr>
        <p:grpSpPr>
          <a:xfrm>
            <a:off x="1437977" y="866518"/>
            <a:ext cx="7797785" cy="5522126"/>
            <a:chOff x="-263823" y="1057018"/>
            <a:chExt cx="7797785" cy="5522126"/>
          </a:xfrm>
        </p:grpSpPr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523E0F75-90EC-EC08-EC0F-ADCD9661C9A2}"/>
                </a:ext>
              </a:extLst>
            </p:cNvPr>
            <p:cNvGrpSpPr/>
            <p:nvPr/>
          </p:nvGrpSpPr>
          <p:grpSpPr>
            <a:xfrm>
              <a:off x="-263823" y="1057018"/>
              <a:ext cx="7797785" cy="4903687"/>
              <a:chOff x="-1373774" y="1231188"/>
              <a:chExt cx="7797785" cy="4903687"/>
            </a:xfrm>
          </p:grpSpPr>
          <p:sp>
            <p:nvSpPr>
              <p:cNvPr id="180" name="二等辺三角形 179">
                <a:extLst>
                  <a:ext uri="{FF2B5EF4-FFF2-40B4-BE49-F238E27FC236}">
                    <a16:creationId xmlns:a16="http://schemas.microsoft.com/office/drawing/2014/main" id="{8F953448-758B-31CD-0A02-20F48018AC22}"/>
                  </a:ext>
                </a:extLst>
              </p:cNvPr>
              <p:cNvSpPr/>
              <p:nvPr/>
            </p:nvSpPr>
            <p:spPr>
              <a:xfrm rot="8323263">
                <a:off x="707068" y="1526725"/>
                <a:ext cx="1427346" cy="3305339"/>
              </a:xfrm>
              <a:prstGeom prst="triangle">
                <a:avLst>
                  <a:gd name="adj" fmla="val 0"/>
                </a:avLst>
              </a:prstGeom>
              <a:solidFill>
                <a:schemeClr val="bg2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56E31054-4C6F-71D5-6FD0-6EBCCEDE91C6}"/>
                  </a:ext>
                </a:extLst>
              </p:cNvPr>
              <p:cNvSpPr/>
              <p:nvPr/>
            </p:nvSpPr>
            <p:spPr>
              <a:xfrm rot="3743983">
                <a:off x="-885231" y="1162212"/>
                <a:ext cx="2422166" cy="33992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二等辺三角形 30">
                <a:extLst>
                  <a:ext uri="{FF2B5EF4-FFF2-40B4-BE49-F238E27FC236}">
                    <a16:creationId xmlns:a16="http://schemas.microsoft.com/office/drawing/2014/main" id="{053F6D08-41BC-F51C-A6F6-B8CDB7DC25E7}"/>
                  </a:ext>
                </a:extLst>
              </p:cNvPr>
              <p:cNvSpPr/>
              <p:nvPr/>
            </p:nvSpPr>
            <p:spPr>
              <a:xfrm rot="19088861">
                <a:off x="3296095" y="2595169"/>
                <a:ext cx="3127916" cy="2130097"/>
              </a:xfrm>
              <a:prstGeom prst="triangle">
                <a:avLst>
                  <a:gd name="adj" fmla="val 0"/>
                </a:avLst>
              </a:prstGeom>
              <a:solidFill>
                <a:schemeClr val="bg2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9B4C47D8-5653-946E-25C0-E3D177A3002B}"/>
                  </a:ext>
                </a:extLst>
              </p:cNvPr>
              <p:cNvSpPr/>
              <p:nvPr/>
            </p:nvSpPr>
            <p:spPr>
              <a:xfrm rot="1777756">
                <a:off x="5032056" y="3027111"/>
                <a:ext cx="1176800" cy="30523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4069FAE7-DCE3-8368-4C29-3D63283862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81919" y="2923745"/>
                <a:ext cx="597326" cy="77939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178" name="円弧 177">
                <a:extLst>
                  <a:ext uri="{FF2B5EF4-FFF2-40B4-BE49-F238E27FC236}">
                    <a16:creationId xmlns:a16="http://schemas.microsoft.com/office/drawing/2014/main" id="{2A2BC753-74A4-22CD-55C6-2A9758ED9DAA}"/>
                  </a:ext>
                </a:extLst>
              </p:cNvPr>
              <p:cNvSpPr/>
              <p:nvPr/>
            </p:nvSpPr>
            <p:spPr>
              <a:xfrm rot="16200000">
                <a:off x="2459254" y="3516836"/>
                <a:ext cx="301908" cy="252800"/>
              </a:xfrm>
              <a:prstGeom prst="arc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3" name="直線コネクタ 172">
                <a:extLst>
                  <a:ext uri="{FF2B5EF4-FFF2-40B4-BE49-F238E27FC236}">
                    <a16:creationId xmlns:a16="http://schemas.microsoft.com/office/drawing/2014/main" id="{17626213-B6BE-4EBB-34E4-2244CACCEE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95779" y="2824353"/>
                <a:ext cx="597326" cy="77939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63" name="直線矢印コネクタ 162">
                <a:extLst>
                  <a:ext uri="{FF2B5EF4-FFF2-40B4-BE49-F238E27FC236}">
                    <a16:creationId xmlns:a16="http://schemas.microsoft.com/office/drawing/2014/main" id="{FD737309-5506-701E-4240-BC1D9CAB0C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86740" y="1699147"/>
                <a:ext cx="1934960" cy="22357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29" name="直線コネクタ 128">
                <a:extLst>
                  <a:ext uri="{FF2B5EF4-FFF2-40B4-BE49-F238E27FC236}">
                    <a16:creationId xmlns:a16="http://schemas.microsoft.com/office/drawing/2014/main" id="{639B7E91-3F4A-EBBD-C91D-5768D1AF33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4186" y="2902292"/>
                <a:ext cx="4800402" cy="2285112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直方体 129">
                <a:extLst>
                  <a:ext uri="{FF2B5EF4-FFF2-40B4-BE49-F238E27FC236}">
                    <a16:creationId xmlns:a16="http://schemas.microsoft.com/office/drawing/2014/main" id="{22BFB687-C0E6-FB0D-1AAA-840E9FC83963}"/>
                  </a:ext>
                </a:extLst>
              </p:cNvPr>
              <p:cNvSpPr/>
              <p:nvPr/>
            </p:nvSpPr>
            <p:spPr>
              <a:xfrm rot="10800000" flipV="1">
                <a:off x="1103385" y="2144463"/>
                <a:ext cx="3453647" cy="3280211"/>
              </a:xfrm>
              <a:prstGeom prst="cube">
                <a:avLst>
                  <a:gd name="adj" fmla="val 16324"/>
                </a:avLst>
              </a:prstGeom>
              <a:gradFill>
                <a:gsLst>
                  <a:gs pos="0">
                    <a:schemeClr val="accent1">
                      <a:satMod val="103000"/>
                      <a:lumMod val="102000"/>
                      <a:tint val="94000"/>
                      <a:alpha val="50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  <a:alpha val="5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  <a:alpha val="50000"/>
                    </a:schemeClr>
                  </a:gs>
                </a:gsLst>
              </a:gradFill>
              <a:scene3d>
                <a:camera prst="orthographicFront">
                  <a:rot lat="600000" lon="19200000" rev="0"/>
                </a:camera>
                <a:lightRig rig="threePt" dir="t"/>
              </a:scene3d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1" name="直線コネクタ 130">
                <a:extLst>
                  <a:ext uri="{FF2B5EF4-FFF2-40B4-BE49-F238E27FC236}">
                    <a16:creationId xmlns:a16="http://schemas.microsoft.com/office/drawing/2014/main" id="{1F611055-F9A2-BD5C-B2D4-D911B7632A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0284" y="3542322"/>
                <a:ext cx="5575590" cy="790353"/>
              </a:xfrm>
              <a:prstGeom prst="line">
                <a:avLst/>
              </a:prstGeom>
              <a:ln w="9525">
                <a:prstDash val="sysDash"/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コネクタ 131">
                <a:extLst>
                  <a:ext uri="{FF2B5EF4-FFF2-40B4-BE49-F238E27FC236}">
                    <a16:creationId xmlns:a16="http://schemas.microsoft.com/office/drawing/2014/main" id="{7E00D959-AC30-E395-E395-2F650D884E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0072" y="1385976"/>
                <a:ext cx="0" cy="2550589"/>
              </a:xfrm>
              <a:prstGeom prst="line">
                <a:avLst/>
              </a:prstGeom>
              <a:ln w="9525">
                <a:prstDash val="sysDash"/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8FD917A6-592F-607D-8BF3-628EDE51C2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31875" y="3641603"/>
                <a:ext cx="372635" cy="436057"/>
              </a:xfrm>
              <a:prstGeom prst="line">
                <a:avLst/>
              </a:prstGeom>
              <a:ln w="9525">
                <a:solidFill>
                  <a:schemeClr val="bg2">
                    <a:lumMod val="75000"/>
                  </a:schemeClr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二等辺三角形 139">
                <a:extLst>
                  <a:ext uri="{FF2B5EF4-FFF2-40B4-BE49-F238E27FC236}">
                    <a16:creationId xmlns:a16="http://schemas.microsoft.com/office/drawing/2014/main" id="{FA72BF2D-E283-9927-82F3-17E3D17C66C2}"/>
                  </a:ext>
                </a:extLst>
              </p:cNvPr>
              <p:cNvSpPr/>
              <p:nvPr/>
            </p:nvSpPr>
            <p:spPr>
              <a:xfrm rot="912908">
                <a:off x="191573" y="3781640"/>
                <a:ext cx="4428076" cy="1155771"/>
              </a:xfrm>
              <a:prstGeom prst="triangle">
                <a:avLst>
                  <a:gd name="adj" fmla="val 60257"/>
                </a:avLst>
              </a:prstGeom>
              <a:solidFill>
                <a:schemeClr val="bg2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2" name="直線矢印コネクタ 141">
                <a:extLst>
                  <a:ext uri="{FF2B5EF4-FFF2-40B4-BE49-F238E27FC236}">
                    <a16:creationId xmlns:a16="http://schemas.microsoft.com/office/drawing/2014/main" id="{AC96840D-D78E-8D7F-46E8-A471D899BA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0629" y="3924459"/>
                <a:ext cx="1039443" cy="22104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直線コネクタ 159">
                <a:extLst>
                  <a:ext uri="{FF2B5EF4-FFF2-40B4-BE49-F238E27FC236}">
                    <a16:creationId xmlns:a16="http://schemas.microsoft.com/office/drawing/2014/main" id="{875859F5-07DC-22F0-BAEA-DDF1F9C715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26727" y="4556663"/>
                <a:ext cx="0" cy="473004"/>
              </a:xfrm>
              <a:prstGeom prst="line">
                <a:avLst/>
              </a:prstGeom>
              <a:ln>
                <a:prstDash val="solid"/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テキスト ボックス 182">
                    <a:extLst>
                      <a:ext uri="{FF2B5EF4-FFF2-40B4-BE49-F238E27FC236}">
                        <a16:creationId xmlns:a16="http://schemas.microsoft.com/office/drawing/2014/main" id="{023170A7-EE8B-6405-9336-2916FF6DC7E4}"/>
                      </a:ext>
                    </a:extLst>
                  </p:cNvPr>
                  <p:cNvSpPr txBox="1"/>
                  <p:nvPr/>
                </p:nvSpPr>
                <p:spPr>
                  <a:xfrm>
                    <a:off x="2304850" y="3320227"/>
                    <a:ext cx="20229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3" name="テキスト ボックス 182">
                    <a:extLst>
                      <a:ext uri="{FF2B5EF4-FFF2-40B4-BE49-F238E27FC236}">
                        <a16:creationId xmlns:a16="http://schemas.microsoft.com/office/drawing/2014/main" id="{023170A7-EE8B-6405-9336-2916FF6DC7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4850" y="3320227"/>
                    <a:ext cx="202299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3529" r="-17647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テキスト ボックス 183">
                    <a:extLst>
                      <a:ext uri="{FF2B5EF4-FFF2-40B4-BE49-F238E27FC236}">
                        <a16:creationId xmlns:a16="http://schemas.microsoft.com/office/drawing/2014/main" id="{183AAB29-C199-3D1E-2A89-CBF81133F7AD}"/>
                      </a:ext>
                    </a:extLst>
                  </p:cNvPr>
                  <p:cNvSpPr txBox="1"/>
                  <p:nvPr/>
                </p:nvSpPr>
                <p:spPr>
                  <a:xfrm>
                    <a:off x="1628300" y="3517192"/>
                    <a:ext cx="20608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4" name="テキスト ボックス 183">
                    <a:extLst>
                      <a:ext uri="{FF2B5EF4-FFF2-40B4-BE49-F238E27FC236}">
                        <a16:creationId xmlns:a16="http://schemas.microsoft.com/office/drawing/2014/main" id="{183AAB29-C199-3D1E-2A89-CBF81133F7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28300" y="3517192"/>
                    <a:ext cx="206082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6471" r="-20588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テキスト ボックス 190">
                    <a:extLst>
                      <a:ext uri="{FF2B5EF4-FFF2-40B4-BE49-F238E27FC236}">
                        <a16:creationId xmlns:a16="http://schemas.microsoft.com/office/drawing/2014/main" id="{D0DA9189-6A2D-5C33-F1C7-7F50887983BB}"/>
                      </a:ext>
                    </a:extLst>
                  </p:cNvPr>
                  <p:cNvSpPr txBox="1"/>
                  <p:nvPr/>
                </p:nvSpPr>
                <p:spPr>
                  <a:xfrm>
                    <a:off x="-222636" y="2588521"/>
                    <a:ext cx="128092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𝑂𝑝𝑡𝑖𝑐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𝑎𝑥𝑖𝑠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191" name="テキスト ボックス 190">
                    <a:extLst>
                      <a:ext uri="{FF2B5EF4-FFF2-40B4-BE49-F238E27FC236}">
                        <a16:creationId xmlns:a16="http://schemas.microsoft.com/office/drawing/2014/main" id="{D0DA9189-6A2D-5C33-F1C7-7F50887983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22636" y="2588521"/>
                    <a:ext cx="128092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5714" t="-2222" r="-1905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6" name="テキスト ボックス 195">
                    <a:extLst>
                      <a:ext uri="{FF2B5EF4-FFF2-40B4-BE49-F238E27FC236}">
                        <a16:creationId xmlns:a16="http://schemas.microsoft.com/office/drawing/2014/main" id="{16FBB22E-A9A0-33EF-6667-C1ECD9251DD6}"/>
                      </a:ext>
                    </a:extLst>
                  </p:cNvPr>
                  <p:cNvSpPr txBox="1"/>
                  <p:nvPr/>
                </p:nvSpPr>
                <p:spPr>
                  <a:xfrm>
                    <a:off x="2191748" y="5713540"/>
                    <a:ext cx="484043" cy="28918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6" name="テキスト ボックス 195">
                    <a:extLst>
                      <a:ext uri="{FF2B5EF4-FFF2-40B4-BE49-F238E27FC236}">
                        <a16:creationId xmlns:a16="http://schemas.microsoft.com/office/drawing/2014/main" id="{16FBB22E-A9A0-33EF-6667-C1ECD9251D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1748" y="5713540"/>
                    <a:ext cx="484043" cy="28918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1392" b="-104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9" name="テキスト ボックス 198">
                    <a:extLst>
                      <a:ext uri="{FF2B5EF4-FFF2-40B4-BE49-F238E27FC236}">
                        <a16:creationId xmlns:a16="http://schemas.microsoft.com/office/drawing/2014/main" id="{FA67BE37-6E72-0E99-6032-D1BB595475CA}"/>
                      </a:ext>
                    </a:extLst>
                  </p:cNvPr>
                  <p:cNvSpPr txBox="1"/>
                  <p:nvPr/>
                </p:nvSpPr>
                <p:spPr>
                  <a:xfrm>
                    <a:off x="387680" y="5396488"/>
                    <a:ext cx="3057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9" name="テキスト ボックス 198">
                    <a:extLst>
                      <a:ext uri="{FF2B5EF4-FFF2-40B4-BE49-F238E27FC236}">
                        <a16:creationId xmlns:a16="http://schemas.microsoft.com/office/drawing/2014/main" id="{FA67BE37-6E72-0E99-6032-D1BB595475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7680" y="5396488"/>
                    <a:ext cx="305789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000" t="-23913" r="-46000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1" name="テキスト ボックス 200">
                    <a:extLst>
                      <a:ext uri="{FF2B5EF4-FFF2-40B4-BE49-F238E27FC236}">
                        <a16:creationId xmlns:a16="http://schemas.microsoft.com/office/drawing/2014/main" id="{074B58AF-8E92-D535-1FCF-BDF1F2891A69}"/>
                      </a:ext>
                    </a:extLst>
                  </p:cNvPr>
                  <p:cNvSpPr txBox="1"/>
                  <p:nvPr/>
                </p:nvSpPr>
                <p:spPr>
                  <a:xfrm>
                    <a:off x="972253" y="4605258"/>
                    <a:ext cx="313419" cy="29892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1" name="テキスト ボックス 200">
                    <a:extLst>
                      <a:ext uri="{FF2B5EF4-FFF2-40B4-BE49-F238E27FC236}">
                        <a16:creationId xmlns:a16="http://schemas.microsoft.com/office/drawing/2014/main" id="{074B58AF-8E92-D535-1FCF-BDF1F2891A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253" y="4605258"/>
                    <a:ext cx="313419" cy="29892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1765" t="-22449" r="-45098" b="-183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3" name="テキスト ボックス 202">
                    <a:extLst>
                      <a:ext uri="{FF2B5EF4-FFF2-40B4-BE49-F238E27FC236}">
                        <a16:creationId xmlns:a16="http://schemas.microsoft.com/office/drawing/2014/main" id="{95356ABD-AC5C-BED3-27C2-8A1C46A62254}"/>
                      </a:ext>
                    </a:extLst>
                  </p:cNvPr>
                  <p:cNvSpPr txBox="1"/>
                  <p:nvPr/>
                </p:nvSpPr>
                <p:spPr>
                  <a:xfrm>
                    <a:off x="283473" y="4672541"/>
                    <a:ext cx="2954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3" name="テキスト ボックス 202">
                    <a:extLst>
                      <a:ext uri="{FF2B5EF4-FFF2-40B4-BE49-F238E27FC236}">
                        <a16:creationId xmlns:a16="http://schemas.microsoft.com/office/drawing/2014/main" id="{95356ABD-AC5C-BED3-27C2-8A1C46A622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473" y="4672541"/>
                    <a:ext cx="29540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2500" t="-26667" r="-47917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4" name="直線コネクタ 203">
                <a:extLst>
                  <a:ext uri="{FF2B5EF4-FFF2-40B4-BE49-F238E27FC236}">
                    <a16:creationId xmlns:a16="http://schemas.microsoft.com/office/drawing/2014/main" id="{DEC72EA9-6C8D-49F5-624D-CA5B595110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9724" y="5354389"/>
                <a:ext cx="495830" cy="70285"/>
              </a:xfrm>
              <a:prstGeom prst="line">
                <a:avLst/>
              </a:prstGeom>
              <a:ln w="9525">
                <a:prstDash val="sysDash"/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線コネクタ 205">
                <a:extLst>
                  <a:ext uri="{FF2B5EF4-FFF2-40B4-BE49-F238E27FC236}">
                    <a16:creationId xmlns:a16="http://schemas.microsoft.com/office/drawing/2014/main" id="{9032D9E5-D98D-1577-9FF7-CECCF5E7D8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5554" y="4892381"/>
                <a:ext cx="0" cy="447362"/>
              </a:xfrm>
              <a:prstGeom prst="line">
                <a:avLst/>
              </a:prstGeom>
              <a:ln w="9525">
                <a:prstDash val="sysDash"/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線コネクタ 207">
                <a:extLst>
                  <a:ext uri="{FF2B5EF4-FFF2-40B4-BE49-F238E27FC236}">
                    <a16:creationId xmlns:a16="http://schemas.microsoft.com/office/drawing/2014/main" id="{6B74278D-C87D-8862-29F7-368C42A6F1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5142" y="4899048"/>
                <a:ext cx="929433" cy="917711"/>
              </a:xfrm>
              <a:prstGeom prst="line">
                <a:avLst/>
              </a:prstGeom>
              <a:ln w="9525">
                <a:prstDash val="sysDash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2" name="テキスト ボックス 211">
                    <a:extLst>
                      <a:ext uri="{FF2B5EF4-FFF2-40B4-BE49-F238E27FC236}">
                        <a16:creationId xmlns:a16="http://schemas.microsoft.com/office/drawing/2014/main" id="{092AF00C-4641-0E1C-0B67-753240ED7557}"/>
                      </a:ext>
                    </a:extLst>
                  </p:cNvPr>
                  <p:cNvSpPr txBox="1"/>
                  <p:nvPr/>
                </p:nvSpPr>
                <p:spPr>
                  <a:xfrm>
                    <a:off x="773841" y="1231188"/>
                    <a:ext cx="45409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2" name="テキスト ボックス 211">
                    <a:extLst>
                      <a:ext uri="{FF2B5EF4-FFF2-40B4-BE49-F238E27FC236}">
                        <a16:creationId xmlns:a16="http://schemas.microsoft.com/office/drawing/2014/main" id="{092AF00C-4641-0E1C-0B67-753240ED75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841" y="1231188"/>
                    <a:ext cx="454099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0667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26570B17-F552-E6EA-5480-FE12829441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61936" y="4622934"/>
                <a:ext cx="0" cy="582130"/>
              </a:xfrm>
              <a:prstGeom prst="line">
                <a:avLst/>
              </a:prstGeom>
              <a:ln>
                <a:prstDash val="solid"/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線コネクタ 5">
                <a:extLst>
                  <a:ext uri="{FF2B5EF4-FFF2-40B4-BE49-F238E27FC236}">
                    <a16:creationId xmlns:a16="http://schemas.microsoft.com/office/drawing/2014/main" id="{70412230-B909-5321-2D54-5ED8C39180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82318" y="4360085"/>
                <a:ext cx="0" cy="589455"/>
              </a:xfrm>
              <a:prstGeom prst="line">
                <a:avLst/>
              </a:prstGeom>
              <a:ln>
                <a:prstDash val="solid"/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コネクタ 6">
                <a:extLst>
                  <a:ext uri="{FF2B5EF4-FFF2-40B4-BE49-F238E27FC236}">
                    <a16:creationId xmlns:a16="http://schemas.microsoft.com/office/drawing/2014/main" id="{E7C3E9B0-9473-D3DB-E115-BAA569A662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8072" y="4884097"/>
                <a:ext cx="0" cy="540577"/>
              </a:xfrm>
              <a:prstGeom prst="line">
                <a:avLst/>
              </a:prstGeom>
              <a:ln>
                <a:prstDash val="solid"/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コネクタ 11">
                <a:extLst>
                  <a:ext uri="{FF2B5EF4-FFF2-40B4-BE49-F238E27FC236}">
                    <a16:creationId xmlns:a16="http://schemas.microsoft.com/office/drawing/2014/main" id="{63F6F569-48BB-671E-B253-615713DFC8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19871" y="2401591"/>
                <a:ext cx="597326" cy="77939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3" name="直線コネクタ 12">
                <a:extLst>
                  <a:ext uri="{FF2B5EF4-FFF2-40B4-BE49-F238E27FC236}">
                    <a16:creationId xmlns:a16="http://schemas.microsoft.com/office/drawing/2014/main" id="{F9C66CBD-B29E-8B38-0297-479F654AF1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2761" y="2506400"/>
                <a:ext cx="597326" cy="77939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EA0651D3-F6F3-ED88-396E-B1551949C6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94422" y="2613734"/>
                <a:ext cx="597326" cy="77939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316CBBD2-3CDF-8AB8-23AB-00BE64B8D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92517" y="2719420"/>
                <a:ext cx="597326" cy="77939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37DA9B1E-7E83-1C5A-34AE-7B7E7D6EA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6088" y="3750788"/>
              <a:ext cx="2251898" cy="15497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95E6A913-5B89-DE48-23E5-C409E51A2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0309" y="4464830"/>
              <a:ext cx="0" cy="477062"/>
            </a:xfrm>
            <a:prstGeom prst="line">
              <a:avLst/>
            </a:prstGeom>
            <a:ln>
              <a:prstDash val="solid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288B4B7A-E52F-C99A-6E89-382554E3C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3639" y="4554194"/>
              <a:ext cx="0" cy="491695"/>
            </a:xfrm>
            <a:prstGeom prst="line">
              <a:avLst/>
            </a:prstGeom>
            <a:ln>
              <a:prstDash val="solid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4332A866-32C7-5247-FECA-A36AA40669A7}"/>
                </a:ext>
              </a:extLst>
            </p:cNvPr>
            <p:cNvCxnSpPr>
              <a:cxnSpLocks/>
              <a:stCxn id="140" idx="0"/>
            </p:cNvCxnSpPr>
            <p:nvPr/>
          </p:nvCxnSpPr>
          <p:spPr>
            <a:xfrm>
              <a:off x="4105492" y="3746925"/>
              <a:ext cx="1757243" cy="1985809"/>
            </a:xfrm>
            <a:prstGeom prst="line">
              <a:avLst/>
            </a:prstGeom>
            <a:ln w="9525"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87CA5E10-8FFB-FF0D-4C15-679FFB0122AE}"/>
                    </a:ext>
                  </a:extLst>
                </p:cNvPr>
                <p:cNvSpPr txBox="1"/>
                <p:nvPr/>
              </p:nvSpPr>
              <p:spPr>
                <a:xfrm>
                  <a:off x="6381881" y="5226554"/>
                  <a:ext cx="489365" cy="2891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87CA5E10-8FFB-FF0D-4C15-679FFB012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1881" y="5226554"/>
                  <a:ext cx="489365" cy="289182"/>
                </a:xfrm>
                <a:prstGeom prst="rect">
                  <a:avLst/>
                </a:prstGeom>
                <a:blipFill>
                  <a:blip r:embed="rId10"/>
                  <a:stretch>
                    <a:fillRect l="-10000" b="-104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円弧 62">
              <a:extLst>
                <a:ext uri="{FF2B5EF4-FFF2-40B4-BE49-F238E27FC236}">
                  <a16:creationId xmlns:a16="http://schemas.microsoft.com/office/drawing/2014/main" id="{2D9CC5A0-C964-FFF0-E492-7C7F2DEE61EA}"/>
                </a:ext>
              </a:extLst>
            </p:cNvPr>
            <p:cNvSpPr/>
            <p:nvPr/>
          </p:nvSpPr>
          <p:spPr>
            <a:xfrm rot="7190372">
              <a:off x="3844941" y="3571613"/>
              <a:ext cx="594736" cy="581752"/>
            </a:xfrm>
            <a:prstGeom prst="arc">
              <a:avLst>
                <a:gd name="adj1" fmla="val 17020275"/>
                <a:gd name="adj2" fmla="val 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円弧 132">
              <a:extLst>
                <a:ext uri="{FF2B5EF4-FFF2-40B4-BE49-F238E27FC236}">
                  <a16:creationId xmlns:a16="http://schemas.microsoft.com/office/drawing/2014/main" id="{0C0F2BBB-A0F2-09E4-7A21-C03B3DD56AF8}"/>
                </a:ext>
              </a:extLst>
            </p:cNvPr>
            <p:cNvSpPr/>
            <p:nvPr/>
          </p:nvSpPr>
          <p:spPr>
            <a:xfrm rot="4984093">
              <a:off x="4290369" y="3897744"/>
              <a:ext cx="170487" cy="161675"/>
            </a:xfrm>
            <a:prstGeom prst="arc">
              <a:avLst>
                <a:gd name="adj1" fmla="val 17020275"/>
                <a:gd name="adj2" fmla="val 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67EA756C-7178-2337-255A-A4B77D6AF8D1}"/>
                    </a:ext>
                  </a:extLst>
                </p:cNvPr>
                <p:cNvSpPr txBox="1"/>
                <p:nvPr/>
              </p:nvSpPr>
              <p:spPr>
                <a:xfrm>
                  <a:off x="4082514" y="4260279"/>
                  <a:ext cx="2818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67EA756C-7178-2337-255A-A4B77D6AF8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2514" y="4260279"/>
                  <a:ext cx="28187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9565" r="-2174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テキスト ボックス 138">
                  <a:extLst>
                    <a:ext uri="{FF2B5EF4-FFF2-40B4-BE49-F238E27FC236}">
                      <a16:creationId xmlns:a16="http://schemas.microsoft.com/office/drawing/2014/main" id="{14B5F41D-01F2-C36C-6088-61A4F03794DA}"/>
                    </a:ext>
                  </a:extLst>
                </p:cNvPr>
                <p:cNvSpPr txBox="1"/>
                <p:nvPr/>
              </p:nvSpPr>
              <p:spPr>
                <a:xfrm>
                  <a:off x="4423649" y="3679223"/>
                  <a:ext cx="2871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9" name="テキスト ボックス 138">
                  <a:extLst>
                    <a:ext uri="{FF2B5EF4-FFF2-40B4-BE49-F238E27FC236}">
                      <a16:creationId xmlns:a16="http://schemas.microsoft.com/office/drawing/2014/main" id="{14B5F41D-01F2-C36C-6088-61A4F03794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3649" y="3679223"/>
                  <a:ext cx="287194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9149" r="-2128" b="-217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テキスト ボックス 143">
                  <a:extLst>
                    <a:ext uri="{FF2B5EF4-FFF2-40B4-BE49-F238E27FC236}">
                      <a16:creationId xmlns:a16="http://schemas.microsoft.com/office/drawing/2014/main" id="{49E8488A-CE86-DE29-4D91-21BFADF57941}"/>
                    </a:ext>
                  </a:extLst>
                </p:cNvPr>
                <p:cNvSpPr txBox="1"/>
                <p:nvPr/>
              </p:nvSpPr>
              <p:spPr>
                <a:xfrm>
                  <a:off x="270317" y="6209812"/>
                  <a:ext cx="23972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Surface normal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44" name="テキスト ボックス 143">
                  <a:extLst>
                    <a:ext uri="{FF2B5EF4-FFF2-40B4-BE49-F238E27FC236}">
                      <a16:creationId xmlns:a16="http://schemas.microsoft.com/office/drawing/2014/main" id="{49E8488A-CE86-DE29-4D91-21BFADF579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317" y="6209812"/>
                  <a:ext cx="2397259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2290" t="-6557" r="-3562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0822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C7BEA-F87B-6FB3-C933-7CF020443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平行四辺形 290">
            <a:extLst>
              <a:ext uri="{FF2B5EF4-FFF2-40B4-BE49-F238E27FC236}">
                <a16:creationId xmlns:a16="http://schemas.microsoft.com/office/drawing/2014/main" id="{4032F71E-450D-7E1F-90C2-0635FB33D38F}"/>
              </a:ext>
            </a:extLst>
          </p:cNvPr>
          <p:cNvSpPr/>
          <p:nvPr/>
        </p:nvSpPr>
        <p:spPr>
          <a:xfrm flipV="1">
            <a:off x="10672040" y="2687721"/>
            <a:ext cx="3970518" cy="1782832"/>
          </a:xfrm>
          <a:prstGeom prst="parallelogram">
            <a:avLst>
              <a:gd name="adj" fmla="val 105300"/>
            </a:avLst>
          </a:prstGeom>
          <a:solidFill>
            <a:srgbClr val="15608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楕円 219">
            <a:extLst>
              <a:ext uri="{FF2B5EF4-FFF2-40B4-BE49-F238E27FC236}">
                <a16:creationId xmlns:a16="http://schemas.microsoft.com/office/drawing/2014/main" id="{84351E4C-FD89-F4BA-16AE-4ED455703E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430539">
            <a:off x="9811831" y="1614880"/>
            <a:ext cx="1703737" cy="2145575"/>
          </a:xfrm>
          <a:prstGeom prst="ellipse">
            <a:avLst/>
          </a:prstGeom>
          <a:solidFill>
            <a:srgbClr val="ACCAF6">
              <a:alpha val="50196"/>
            </a:srgb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楕円 278">
            <a:extLst>
              <a:ext uri="{FF2B5EF4-FFF2-40B4-BE49-F238E27FC236}">
                <a16:creationId xmlns:a16="http://schemas.microsoft.com/office/drawing/2014/main" id="{B018BA33-4E8F-2B27-A7A4-DC5F0B4EB6B2}"/>
              </a:ext>
            </a:extLst>
          </p:cNvPr>
          <p:cNvSpPr/>
          <p:nvPr/>
        </p:nvSpPr>
        <p:spPr>
          <a:xfrm rot="1567301">
            <a:off x="9807821" y="2161301"/>
            <a:ext cx="1711756" cy="1065129"/>
          </a:xfrm>
          <a:prstGeom prst="ellipse">
            <a:avLst/>
          </a:prstGeom>
          <a:solidFill>
            <a:srgbClr val="747474">
              <a:alpha val="50196"/>
            </a:srgb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楕円 277">
            <a:extLst>
              <a:ext uri="{FF2B5EF4-FFF2-40B4-BE49-F238E27FC236}">
                <a16:creationId xmlns:a16="http://schemas.microsoft.com/office/drawing/2014/main" id="{8D9FA2DC-0E53-E479-45CD-338719FAA1E2}"/>
              </a:ext>
            </a:extLst>
          </p:cNvPr>
          <p:cNvSpPr/>
          <p:nvPr/>
        </p:nvSpPr>
        <p:spPr>
          <a:xfrm rot="1505753" flipH="1">
            <a:off x="10521802" y="1619160"/>
            <a:ext cx="303677" cy="2137014"/>
          </a:xfrm>
          <a:prstGeom prst="ellipse">
            <a:avLst/>
          </a:prstGeom>
          <a:solidFill>
            <a:srgbClr val="156082">
              <a:alpha val="50196"/>
            </a:srgb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9" name="グループ化 288">
            <a:extLst>
              <a:ext uri="{FF2B5EF4-FFF2-40B4-BE49-F238E27FC236}">
                <a16:creationId xmlns:a16="http://schemas.microsoft.com/office/drawing/2014/main" id="{03A168F5-7312-7202-0397-C4E305F5CCAE}"/>
              </a:ext>
            </a:extLst>
          </p:cNvPr>
          <p:cNvGrpSpPr/>
          <p:nvPr/>
        </p:nvGrpSpPr>
        <p:grpSpPr>
          <a:xfrm>
            <a:off x="315486" y="1553811"/>
            <a:ext cx="4340922" cy="5068688"/>
            <a:chOff x="6821138" y="1025756"/>
            <a:chExt cx="4340922" cy="5068688"/>
          </a:xfrm>
        </p:grpSpPr>
        <p:cxnSp>
          <p:nvCxnSpPr>
            <p:cNvPr id="166" name="直線矢印コネクタ 165">
              <a:extLst>
                <a:ext uri="{FF2B5EF4-FFF2-40B4-BE49-F238E27FC236}">
                  <a16:creationId xmlns:a16="http://schemas.microsoft.com/office/drawing/2014/main" id="{8AC4C944-798A-7076-5BDA-4F5D2D2DA0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21138" y="1025756"/>
              <a:ext cx="2392395" cy="2810438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47" name="楕円 146">
              <a:extLst>
                <a:ext uri="{FF2B5EF4-FFF2-40B4-BE49-F238E27FC236}">
                  <a16:creationId xmlns:a16="http://schemas.microsoft.com/office/drawing/2014/main" id="{69599ECB-CEA5-7BED-D4A6-23D3EDA7851E}"/>
                </a:ext>
              </a:extLst>
            </p:cNvPr>
            <p:cNvSpPr/>
            <p:nvPr/>
          </p:nvSpPr>
          <p:spPr>
            <a:xfrm rot="1433805">
              <a:off x="8287516" y="3365051"/>
              <a:ext cx="1827584" cy="931238"/>
            </a:xfrm>
            <a:prstGeom prst="ellipse">
              <a:avLst/>
            </a:prstGeom>
            <a:solidFill>
              <a:srgbClr val="ACCAF6">
                <a:alpha val="4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4" name="直線矢印コネクタ 163">
              <a:extLst>
                <a:ext uri="{FF2B5EF4-FFF2-40B4-BE49-F238E27FC236}">
                  <a16:creationId xmlns:a16="http://schemas.microsoft.com/office/drawing/2014/main" id="{5966CE49-2A87-5FCA-521A-9A8AB5BFFD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27100" y="3858708"/>
              <a:ext cx="1934960" cy="22357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77" name="楕円 176">
              <a:extLst>
                <a:ext uri="{FF2B5EF4-FFF2-40B4-BE49-F238E27FC236}">
                  <a16:creationId xmlns:a16="http://schemas.microsoft.com/office/drawing/2014/main" id="{4B6172CB-BF07-1CF9-AE59-524828B357FC}"/>
                </a:ext>
              </a:extLst>
            </p:cNvPr>
            <p:cNvSpPr/>
            <p:nvPr/>
          </p:nvSpPr>
          <p:spPr>
            <a:xfrm rot="6823473">
              <a:off x="9083164" y="2932475"/>
              <a:ext cx="227193" cy="183809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50196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楕円 144">
              <a:extLst>
                <a:ext uri="{FF2B5EF4-FFF2-40B4-BE49-F238E27FC236}">
                  <a16:creationId xmlns:a16="http://schemas.microsoft.com/office/drawing/2014/main" id="{C07D3655-560D-0FDD-9F6A-0082E3B3A379}"/>
                </a:ext>
              </a:extLst>
            </p:cNvPr>
            <p:cNvSpPr/>
            <p:nvPr/>
          </p:nvSpPr>
          <p:spPr>
            <a:xfrm rot="1452190">
              <a:off x="9096873" y="3380117"/>
              <a:ext cx="280857" cy="915685"/>
            </a:xfrm>
            <a:prstGeom prst="ellipse">
              <a:avLst/>
            </a:prstGeom>
            <a:solidFill>
              <a:schemeClr val="bg2">
                <a:lumMod val="50000"/>
                <a:alpha val="50196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5" name="直線コネクタ 184">
              <a:extLst>
                <a:ext uri="{FF2B5EF4-FFF2-40B4-BE49-F238E27FC236}">
                  <a16:creationId xmlns:a16="http://schemas.microsoft.com/office/drawing/2014/main" id="{28E60811-531A-E658-E808-7B461991E2E4}"/>
                </a:ext>
              </a:extLst>
            </p:cNvPr>
            <p:cNvCxnSpPr>
              <a:cxnSpLocks/>
              <a:stCxn id="177" idx="4"/>
              <a:endCxn id="177" idx="0"/>
            </p:cNvCxnSpPr>
            <p:nvPr/>
          </p:nvCxnSpPr>
          <p:spPr>
            <a:xfrm>
              <a:off x="8355380" y="3481754"/>
              <a:ext cx="1682761" cy="739541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93" name="フリーフォーム: 図形 192">
              <a:extLst>
                <a:ext uri="{FF2B5EF4-FFF2-40B4-BE49-F238E27FC236}">
                  <a16:creationId xmlns:a16="http://schemas.microsoft.com/office/drawing/2014/main" id="{0579E9C5-4570-A2FC-861B-714A04696999}"/>
                </a:ext>
              </a:extLst>
            </p:cNvPr>
            <p:cNvSpPr/>
            <p:nvPr/>
          </p:nvSpPr>
          <p:spPr>
            <a:xfrm>
              <a:off x="8349004" y="3476625"/>
              <a:ext cx="1695109" cy="757238"/>
            </a:xfrm>
            <a:custGeom>
              <a:avLst/>
              <a:gdLst>
                <a:gd name="csX0" fmla="*/ 4421 w 1695109"/>
                <a:gd name="csY0" fmla="*/ 0 h 757238"/>
                <a:gd name="csX1" fmla="*/ 37759 w 1695109"/>
                <a:gd name="csY1" fmla="*/ 66675 h 757238"/>
                <a:gd name="csX2" fmla="*/ 280646 w 1695109"/>
                <a:gd name="csY2" fmla="*/ 228600 h 757238"/>
                <a:gd name="csX3" fmla="*/ 580684 w 1695109"/>
                <a:gd name="csY3" fmla="*/ 381000 h 757238"/>
                <a:gd name="csX4" fmla="*/ 842621 w 1695109"/>
                <a:gd name="csY4" fmla="*/ 490538 h 757238"/>
                <a:gd name="csX5" fmla="*/ 1195046 w 1695109"/>
                <a:gd name="csY5" fmla="*/ 638175 h 757238"/>
                <a:gd name="csX6" fmla="*/ 1490321 w 1695109"/>
                <a:gd name="csY6" fmla="*/ 733425 h 757238"/>
                <a:gd name="csX7" fmla="*/ 1695109 w 1695109"/>
                <a:gd name="csY7" fmla="*/ 757238 h 757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695109" h="757238">
                  <a:moveTo>
                    <a:pt x="4421" y="0"/>
                  </a:moveTo>
                  <a:cubicBezTo>
                    <a:pt x="-1929" y="14287"/>
                    <a:pt x="-8278" y="28575"/>
                    <a:pt x="37759" y="66675"/>
                  </a:cubicBezTo>
                  <a:cubicBezTo>
                    <a:pt x="83796" y="104775"/>
                    <a:pt x="190159" y="176213"/>
                    <a:pt x="280646" y="228600"/>
                  </a:cubicBezTo>
                  <a:cubicBezTo>
                    <a:pt x="371134" y="280988"/>
                    <a:pt x="487022" y="337344"/>
                    <a:pt x="580684" y="381000"/>
                  </a:cubicBezTo>
                  <a:cubicBezTo>
                    <a:pt x="674346" y="424656"/>
                    <a:pt x="842621" y="490538"/>
                    <a:pt x="842621" y="490538"/>
                  </a:cubicBezTo>
                  <a:cubicBezTo>
                    <a:pt x="945015" y="533400"/>
                    <a:pt x="1087096" y="597694"/>
                    <a:pt x="1195046" y="638175"/>
                  </a:cubicBezTo>
                  <a:cubicBezTo>
                    <a:pt x="1302996" y="678656"/>
                    <a:pt x="1406977" y="713581"/>
                    <a:pt x="1490321" y="733425"/>
                  </a:cubicBezTo>
                  <a:cubicBezTo>
                    <a:pt x="1573665" y="753269"/>
                    <a:pt x="1634387" y="755253"/>
                    <a:pt x="1695109" y="75723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フリーフォーム: 図形 193">
              <a:extLst>
                <a:ext uri="{FF2B5EF4-FFF2-40B4-BE49-F238E27FC236}">
                  <a16:creationId xmlns:a16="http://schemas.microsoft.com/office/drawing/2014/main" id="{71A86D99-24A6-1E08-987E-3D3CA58C4D30}"/>
                </a:ext>
              </a:extLst>
            </p:cNvPr>
            <p:cNvSpPr/>
            <p:nvPr/>
          </p:nvSpPr>
          <p:spPr>
            <a:xfrm rot="402312">
              <a:off x="9040071" y="3386130"/>
              <a:ext cx="346924" cy="909146"/>
            </a:xfrm>
            <a:custGeom>
              <a:avLst/>
              <a:gdLst>
                <a:gd name="csX0" fmla="*/ 439296 w 439296"/>
                <a:gd name="csY0" fmla="*/ 0 h 852488"/>
                <a:gd name="csX1" fmla="*/ 372621 w 439296"/>
                <a:gd name="csY1" fmla="*/ 9525 h 852488"/>
                <a:gd name="csX2" fmla="*/ 253559 w 439296"/>
                <a:gd name="csY2" fmla="*/ 85725 h 852488"/>
                <a:gd name="csX3" fmla="*/ 110684 w 439296"/>
                <a:gd name="csY3" fmla="*/ 280988 h 852488"/>
                <a:gd name="csX4" fmla="*/ 44009 w 439296"/>
                <a:gd name="csY4" fmla="*/ 452438 h 852488"/>
                <a:gd name="csX5" fmla="*/ 1146 w 439296"/>
                <a:gd name="csY5" fmla="*/ 661988 h 852488"/>
                <a:gd name="csX6" fmla="*/ 15434 w 439296"/>
                <a:gd name="csY6" fmla="*/ 776288 h 852488"/>
                <a:gd name="csX7" fmla="*/ 48771 w 439296"/>
                <a:gd name="csY7" fmla="*/ 823913 h 852488"/>
                <a:gd name="csX8" fmla="*/ 67821 w 439296"/>
                <a:gd name="csY8" fmla="*/ 852488 h 8524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39296" h="852488">
                  <a:moveTo>
                    <a:pt x="439296" y="0"/>
                  </a:moveTo>
                  <a:lnTo>
                    <a:pt x="372621" y="9525"/>
                  </a:lnTo>
                  <a:cubicBezTo>
                    <a:pt x="341665" y="23813"/>
                    <a:pt x="297215" y="40481"/>
                    <a:pt x="253559" y="85725"/>
                  </a:cubicBezTo>
                  <a:cubicBezTo>
                    <a:pt x="209903" y="130969"/>
                    <a:pt x="145609" y="219869"/>
                    <a:pt x="110684" y="280988"/>
                  </a:cubicBezTo>
                  <a:cubicBezTo>
                    <a:pt x="75759" y="342107"/>
                    <a:pt x="62265" y="388938"/>
                    <a:pt x="44009" y="452438"/>
                  </a:cubicBezTo>
                  <a:cubicBezTo>
                    <a:pt x="25753" y="515938"/>
                    <a:pt x="5909" y="608013"/>
                    <a:pt x="1146" y="661988"/>
                  </a:cubicBezTo>
                  <a:cubicBezTo>
                    <a:pt x="-3617" y="715963"/>
                    <a:pt x="7497" y="749301"/>
                    <a:pt x="15434" y="776288"/>
                  </a:cubicBezTo>
                  <a:cubicBezTo>
                    <a:pt x="23371" y="803275"/>
                    <a:pt x="40040" y="811213"/>
                    <a:pt x="48771" y="823913"/>
                  </a:cubicBezTo>
                  <a:cubicBezTo>
                    <a:pt x="57502" y="836613"/>
                    <a:pt x="62661" y="844550"/>
                    <a:pt x="67821" y="85248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7" name="直線コネクタ 196">
              <a:extLst>
                <a:ext uri="{FF2B5EF4-FFF2-40B4-BE49-F238E27FC236}">
                  <a16:creationId xmlns:a16="http://schemas.microsoft.com/office/drawing/2014/main" id="{5C900D32-E7E9-1364-EAC6-D2BE28DF38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2815" y="3704133"/>
              <a:ext cx="3385631" cy="479921"/>
            </a:xfrm>
            <a:prstGeom prst="line">
              <a:avLst/>
            </a:prstGeom>
            <a:ln w="9525">
              <a:prstDash val="sysDash"/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線コネクタ 204">
              <a:extLst>
                <a:ext uri="{FF2B5EF4-FFF2-40B4-BE49-F238E27FC236}">
                  <a16:creationId xmlns:a16="http://schemas.microsoft.com/office/drawing/2014/main" id="{C2B7AC58-5804-5284-84BB-39A3DA3127ED}"/>
                </a:ext>
              </a:extLst>
            </p:cNvPr>
            <p:cNvCxnSpPr>
              <a:cxnSpLocks/>
            </p:cNvCxnSpPr>
            <p:nvPr/>
          </p:nvCxnSpPr>
          <p:spPr>
            <a:xfrm>
              <a:off x="9227100" y="2638899"/>
              <a:ext cx="0" cy="2205314"/>
            </a:xfrm>
            <a:prstGeom prst="line">
              <a:avLst/>
            </a:prstGeom>
            <a:ln w="9525">
              <a:prstDash val="sysDash"/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線コネクタ 214">
              <a:extLst>
                <a:ext uri="{FF2B5EF4-FFF2-40B4-BE49-F238E27FC236}">
                  <a16:creationId xmlns:a16="http://schemas.microsoft.com/office/drawing/2014/main" id="{112343E4-3A04-6740-630E-F015A78BF4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1210" y="2975739"/>
              <a:ext cx="427118" cy="605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  <a:headEnd type="arrow" w="med" len="med"/>
              <a:tailEnd type="arrow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18" name="直線コネクタ 217">
              <a:extLst>
                <a:ext uri="{FF2B5EF4-FFF2-40B4-BE49-F238E27FC236}">
                  <a16:creationId xmlns:a16="http://schemas.microsoft.com/office/drawing/2014/main" id="{E349EFAE-1245-EE06-082E-127B84E34F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2310" y="3134607"/>
              <a:ext cx="427118" cy="605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  <a:headEnd type="arrow" w="med" len="med"/>
              <a:tailEnd type="arrow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19" name="直線コネクタ 218">
              <a:extLst>
                <a:ext uri="{FF2B5EF4-FFF2-40B4-BE49-F238E27FC236}">
                  <a16:creationId xmlns:a16="http://schemas.microsoft.com/office/drawing/2014/main" id="{39F1C47D-EBF0-A3F8-6D7B-4D42252DCB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6458" y="2796513"/>
              <a:ext cx="427118" cy="60545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  <a:headEnd type="arrow" w="med" len="med"/>
              <a:tailEnd type="arrow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21" name="直線コネクタ 220">
              <a:extLst>
                <a:ext uri="{FF2B5EF4-FFF2-40B4-BE49-F238E27FC236}">
                  <a16:creationId xmlns:a16="http://schemas.microsoft.com/office/drawing/2014/main" id="{E6EA564C-BEFB-AC73-23B9-B89CBC0592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17272" y="4358074"/>
              <a:ext cx="30624" cy="392239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31" name="直線コネクタ 230">
              <a:extLst>
                <a:ext uri="{FF2B5EF4-FFF2-40B4-BE49-F238E27FC236}">
                  <a16:creationId xmlns:a16="http://schemas.microsoft.com/office/drawing/2014/main" id="{326F0A71-B84E-4089-523F-DA2F0EC330C2}"/>
                </a:ext>
              </a:extLst>
            </p:cNvPr>
            <p:cNvCxnSpPr>
              <a:cxnSpLocks/>
              <a:stCxn id="145" idx="4"/>
              <a:endCxn id="145" idx="0"/>
            </p:cNvCxnSpPr>
            <p:nvPr/>
          </p:nvCxnSpPr>
          <p:spPr>
            <a:xfrm flipV="1">
              <a:off x="9049599" y="3420363"/>
              <a:ext cx="375406" cy="835194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1" name="直線コネクタ 240">
              <a:extLst>
                <a:ext uri="{FF2B5EF4-FFF2-40B4-BE49-F238E27FC236}">
                  <a16:creationId xmlns:a16="http://schemas.microsoft.com/office/drawing/2014/main" id="{7F347F74-DFD1-CE15-A0F5-E159F6E65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69672" y="4543709"/>
              <a:ext cx="30624" cy="392239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42" name="直線コネクタ 241">
              <a:extLst>
                <a:ext uri="{FF2B5EF4-FFF2-40B4-BE49-F238E27FC236}">
                  <a16:creationId xmlns:a16="http://schemas.microsoft.com/office/drawing/2014/main" id="{D35CBFF2-34C0-F667-4450-B3DA8873EF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22072" y="4718045"/>
              <a:ext cx="30624" cy="392239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cxnSp>
        <p:nvCxnSpPr>
          <p:cNvPr id="276" name="直線コネクタ 275">
            <a:extLst>
              <a:ext uri="{FF2B5EF4-FFF2-40B4-BE49-F238E27FC236}">
                <a16:creationId xmlns:a16="http://schemas.microsoft.com/office/drawing/2014/main" id="{BA564435-F521-B91F-43D9-65F5C51DAF26}"/>
              </a:ext>
            </a:extLst>
          </p:cNvPr>
          <p:cNvCxnSpPr>
            <a:cxnSpLocks/>
          </p:cNvCxnSpPr>
          <p:nvPr/>
        </p:nvCxnSpPr>
        <p:spPr>
          <a:xfrm>
            <a:off x="9555824" y="2194100"/>
            <a:ext cx="2390339" cy="105050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3" name="フリーフォーム: 図形 282">
            <a:extLst>
              <a:ext uri="{FF2B5EF4-FFF2-40B4-BE49-F238E27FC236}">
                <a16:creationId xmlns:a16="http://schemas.microsoft.com/office/drawing/2014/main" id="{5CBEC4DF-8416-53BE-62FA-AB584CA2FDC3}"/>
              </a:ext>
            </a:extLst>
          </p:cNvPr>
          <p:cNvSpPr/>
          <p:nvPr/>
        </p:nvSpPr>
        <p:spPr>
          <a:xfrm>
            <a:off x="10196101" y="1720850"/>
            <a:ext cx="897349" cy="1930400"/>
          </a:xfrm>
          <a:custGeom>
            <a:avLst/>
            <a:gdLst>
              <a:gd name="csX0" fmla="*/ 897349 w 897349"/>
              <a:gd name="csY0" fmla="*/ 0 h 1930400"/>
              <a:gd name="csX1" fmla="*/ 757649 w 897349"/>
              <a:gd name="csY1" fmla="*/ 158750 h 1930400"/>
              <a:gd name="csX2" fmla="*/ 611599 w 897349"/>
              <a:gd name="csY2" fmla="*/ 374650 h 1930400"/>
              <a:gd name="csX3" fmla="*/ 433799 w 897349"/>
              <a:gd name="csY3" fmla="*/ 717550 h 1930400"/>
              <a:gd name="csX4" fmla="*/ 224249 w 897349"/>
              <a:gd name="csY4" fmla="*/ 1149350 h 1930400"/>
              <a:gd name="csX5" fmla="*/ 65499 w 897349"/>
              <a:gd name="csY5" fmla="*/ 1574800 h 1930400"/>
              <a:gd name="csX6" fmla="*/ 1999 w 897349"/>
              <a:gd name="csY6" fmla="*/ 1835150 h 1930400"/>
              <a:gd name="csX7" fmla="*/ 14699 w 897349"/>
              <a:gd name="csY7" fmla="*/ 1930400 h 193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97349" h="1930400">
                <a:moveTo>
                  <a:pt x="897349" y="0"/>
                </a:moveTo>
                <a:cubicBezTo>
                  <a:pt x="851311" y="48154"/>
                  <a:pt x="805274" y="96308"/>
                  <a:pt x="757649" y="158750"/>
                </a:cubicBezTo>
                <a:cubicBezTo>
                  <a:pt x="710024" y="221192"/>
                  <a:pt x="665574" y="281517"/>
                  <a:pt x="611599" y="374650"/>
                </a:cubicBezTo>
                <a:cubicBezTo>
                  <a:pt x="557624" y="467783"/>
                  <a:pt x="498357" y="588433"/>
                  <a:pt x="433799" y="717550"/>
                </a:cubicBezTo>
                <a:cubicBezTo>
                  <a:pt x="369241" y="846667"/>
                  <a:pt x="285632" y="1006475"/>
                  <a:pt x="224249" y="1149350"/>
                </a:cubicBezTo>
                <a:cubicBezTo>
                  <a:pt x="162866" y="1292225"/>
                  <a:pt x="102541" y="1460500"/>
                  <a:pt x="65499" y="1574800"/>
                </a:cubicBezTo>
                <a:cubicBezTo>
                  <a:pt x="28457" y="1689100"/>
                  <a:pt x="10466" y="1775883"/>
                  <a:pt x="1999" y="1835150"/>
                </a:cubicBezTo>
                <a:cubicBezTo>
                  <a:pt x="-6468" y="1894417"/>
                  <a:pt x="14699" y="1930400"/>
                  <a:pt x="14699" y="19304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フリーフォーム: 図形 283">
            <a:extLst>
              <a:ext uri="{FF2B5EF4-FFF2-40B4-BE49-F238E27FC236}">
                <a16:creationId xmlns:a16="http://schemas.microsoft.com/office/drawing/2014/main" id="{EEDDE005-8C39-0DF2-9F3E-0912B2A0A016}"/>
              </a:ext>
            </a:extLst>
          </p:cNvPr>
          <p:cNvSpPr/>
          <p:nvPr/>
        </p:nvSpPr>
        <p:spPr>
          <a:xfrm>
            <a:off x="9862641" y="2355850"/>
            <a:ext cx="1586409" cy="946870"/>
          </a:xfrm>
          <a:custGeom>
            <a:avLst/>
            <a:gdLst>
              <a:gd name="csX0" fmla="*/ 11609 w 1586409"/>
              <a:gd name="csY0" fmla="*/ 0 h 946870"/>
              <a:gd name="csX1" fmla="*/ 11609 w 1586409"/>
              <a:gd name="csY1" fmla="*/ 209550 h 946870"/>
              <a:gd name="csX2" fmla="*/ 132259 w 1586409"/>
              <a:gd name="csY2" fmla="*/ 463550 h 946870"/>
              <a:gd name="csX3" fmla="*/ 392609 w 1586409"/>
              <a:gd name="csY3" fmla="*/ 717550 h 946870"/>
              <a:gd name="csX4" fmla="*/ 748209 w 1586409"/>
              <a:gd name="csY4" fmla="*/ 889000 h 946870"/>
              <a:gd name="csX5" fmla="*/ 1110159 w 1586409"/>
              <a:gd name="csY5" fmla="*/ 946150 h 946870"/>
              <a:gd name="csX6" fmla="*/ 1446709 w 1586409"/>
              <a:gd name="csY6" fmla="*/ 857250 h 946870"/>
              <a:gd name="csX7" fmla="*/ 1586409 w 1586409"/>
              <a:gd name="csY7" fmla="*/ 654050 h 9468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6409" h="946870">
                <a:moveTo>
                  <a:pt x="11609" y="0"/>
                </a:moveTo>
                <a:cubicBezTo>
                  <a:pt x="1555" y="66146"/>
                  <a:pt x="-8499" y="132292"/>
                  <a:pt x="11609" y="209550"/>
                </a:cubicBezTo>
                <a:cubicBezTo>
                  <a:pt x="31717" y="286808"/>
                  <a:pt x="68759" y="378883"/>
                  <a:pt x="132259" y="463550"/>
                </a:cubicBezTo>
                <a:cubicBezTo>
                  <a:pt x="195759" y="548217"/>
                  <a:pt x="289951" y="646642"/>
                  <a:pt x="392609" y="717550"/>
                </a:cubicBezTo>
                <a:cubicBezTo>
                  <a:pt x="495267" y="788458"/>
                  <a:pt x="628617" y="850900"/>
                  <a:pt x="748209" y="889000"/>
                </a:cubicBezTo>
                <a:cubicBezTo>
                  <a:pt x="867801" y="927100"/>
                  <a:pt x="993742" y="951442"/>
                  <a:pt x="1110159" y="946150"/>
                </a:cubicBezTo>
                <a:cubicBezTo>
                  <a:pt x="1226576" y="940858"/>
                  <a:pt x="1367334" y="905933"/>
                  <a:pt x="1446709" y="857250"/>
                </a:cubicBezTo>
                <a:cubicBezTo>
                  <a:pt x="1526084" y="808567"/>
                  <a:pt x="1556246" y="731308"/>
                  <a:pt x="1586409" y="6540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8" name="グループ化 287">
            <a:extLst>
              <a:ext uri="{FF2B5EF4-FFF2-40B4-BE49-F238E27FC236}">
                <a16:creationId xmlns:a16="http://schemas.microsoft.com/office/drawing/2014/main" id="{30BE6C6D-F483-1CBB-45F0-9DCB9570A1C0}"/>
              </a:ext>
            </a:extLst>
          </p:cNvPr>
          <p:cNvGrpSpPr/>
          <p:nvPr/>
        </p:nvGrpSpPr>
        <p:grpSpPr>
          <a:xfrm>
            <a:off x="8561227" y="2480615"/>
            <a:ext cx="3970518" cy="1984638"/>
            <a:chOff x="7676382" y="1639258"/>
            <a:chExt cx="3970518" cy="1984638"/>
          </a:xfrm>
        </p:grpSpPr>
        <p:grpSp>
          <p:nvGrpSpPr>
            <p:cNvPr id="285" name="グループ化 284">
              <a:extLst>
                <a:ext uri="{FF2B5EF4-FFF2-40B4-BE49-F238E27FC236}">
                  <a16:creationId xmlns:a16="http://schemas.microsoft.com/office/drawing/2014/main" id="{91EC8264-C0A6-E592-A000-854BC2F983D4}"/>
                </a:ext>
              </a:extLst>
            </p:cNvPr>
            <p:cNvGrpSpPr/>
            <p:nvPr/>
          </p:nvGrpSpPr>
          <p:grpSpPr>
            <a:xfrm>
              <a:off x="9425005" y="1639258"/>
              <a:ext cx="1799273" cy="1581855"/>
              <a:chOff x="9342187" y="1166994"/>
              <a:chExt cx="2091780" cy="1839016"/>
            </a:xfrm>
          </p:grpSpPr>
          <p:cxnSp>
            <p:nvCxnSpPr>
              <p:cNvPr id="262" name="直線コネクタ 261">
                <a:extLst>
                  <a:ext uri="{FF2B5EF4-FFF2-40B4-BE49-F238E27FC236}">
                    <a16:creationId xmlns:a16="http://schemas.microsoft.com/office/drawing/2014/main" id="{25A0D2BA-7ADE-0412-0654-A3E9C40279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2187" y="2413505"/>
                <a:ext cx="1485836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線コネクタ 266">
                <a:extLst>
                  <a:ext uri="{FF2B5EF4-FFF2-40B4-BE49-F238E27FC236}">
                    <a16:creationId xmlns:a16="http://schemas.microsoft.com/office/drawing/2014/main" id="{436164A0-B519-2103-643E-DEB888D466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96287" y="1166994"/>
                <a:ext cx="0" cy="1290083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線コネクタ 272">
                <a:extLst>
                  <a:ext uri="{FF2B5EF4-FFF2-40B4-BE49-F238E27FC236}">
                    <a16:creationId xmlns:a16="http://schemas.microsoft.com/office/drawing/2014/main" id="{4EDEC711-BDB5-9BCC-827D-BD5449A7DD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9998" y="1402986"/>
                <a:ext cx="1663969" cy="1603024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7" name="平行四辺形 286">
              <a:extLst>
                <a:ext uri="{FF2B5EF4-FFF2-40B4-BE49-F238E27FC236}">
                  <a16:creationId xmlns:a16="http://schemas.microsoft.com/office/drawing/2014/main" id="{C920431D-B32D-9B75-6171-7D166C2F7CD5}"/>
                </a:ext>
              </a:extLst>
            </p:cNvPr>
            <p:cNvSpPr/>
            <p:nvPr/>
          </p:nvSpPr>
          <p:spPr>
            <a:xfrm flipV="1">
              <a:off x="7676382" y="1841064"/>
              <a:ext cx="3970518" cy="1782832"/>
            </a:xfrm>
            <a:prstGeom prst="parallelogram">
              <a:avLst>
                <a:gd name="adj" fmla="val 105300"/>
              </a:avLst>
            </a:prstGeom>
            <a:solidFill>
              <a:srgbClr val="156082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9152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291828BE931164DA279E7DB37510E8B" ma:contentTypeVersion="12" ma:contentTypeDescription="新しいドキュメントを作成します。" ma:contentTypeScope="" ma:versionID="d40e79753e265535ebdef0a9a1630dbe">
  <xsd:schema xmlns:xsd="http://www.w3.org/2001/XMLSchema" xmlns:xs="http://www.w3.org/2001/XMLSchema" xmlns:p="http://schemas.microsoft.com/office/2006/metadata/properties" xmlns:ns3="e5fea337-426f-4878-aaa1-6cc4dbed00d3" targetNamespace="http://schemas.microsoft.com/office/2006/metadata/properties" ma:root="true" ma:fieldsID="909ec013045a4ae227a46cef79b1603d" ns3:_="">
    <xsd:import namespace="e5fea337-426f-4878-aaa1-6cc4dbed00d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BillingMetadata" minOccurs="0"/>
                <xsd:element ref="ns3:_activity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ea337-426f-4878-aaa1-6cc4dbed00d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fea337-426f-4878-aaa1-6cc4dbed00d3" xsi:nil="true"/>
  </documentManagement>
</p:properties>
</file>

<file path=customXml/itemProps1.xml><?xml version="1.0" encoding="utf-8"?>
<ds:datastoreItem xmlns:ds="http://schemas.openxmlformats.org/officeDocument/2006/customXml" ds:itemID="{EBB85C3E-FFAD-4A75-A769-4B97E54A90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31A16C-3E0A-4893-9CB3-DA6770BA57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fea337-426f-4878-aaa1-6cc4dbed00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90C700-0B54-4769-9477-9FE646BEDBDF}">
  <ds:schemaRefs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5fea337-426f-4878-aaa1-6cc4dbed00d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154</Words>
  <Application>Microsoft Office PowerPoint</Application>
  <PresentationFormat>ワイド画面</PresentationFormat>
  <Paragraphs>106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5" baseType="lpstr">
      <vt:lpstr>Gungsuh</vt:lpstr>
      <vt:lpstr>游ゴシック</vt:lpstr>
      <vt:lpstr>游ゴシック Light</vt:lpstr>
      <vt:lpstr>Arial</vt:lpstr>
      <vt:lpstr>Cambria Math</vt:lpstr>
      <vt:lpstr>Century</vt:lpstr>
      <vt:lpstr>times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全 香玉</dc:creator>
  <cp:lastModifiedBy>全 香玉</cp:lastModifiedBy>
  <cp:revision>6</cp:revision>
  <cp:lastPrinted>2026-07-23T10:12:33Z</cp:lastPrinted>
  <dcterms:created xsi:type="dcterms:W3CDTF">2026-04-26T06:05:04Z</dcterms:created>
  <dcterms:modified xsi:type="dcterms:W3CDTF">2026-10-20T09:03:05Z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0x010100D291828BE931164DA279E7DB37510E8B</vt:lpwstr>
  </property>
</Properties>
</file>