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68" r:id="rId8"/>
    <p:sldId id="259" r:id="rId9"/>
    <p:sldId id="260" r:id="rId10"/>
    <p:sldId id="261" r:id="rId11"/>
    <p:sldId id="262" r:id="rId12"/>
    <p:sldId id="263" r:id="rId13"/>
    <p:sldId id="264" r:id="rId14"/>
    <p:sldId id="266" r:id="rId15"/>
    <p:sldId id="267" r:id="rId16"/>
    <p:sldId id="272" r:id="rId17"/>
    <p:sldId id="271" r:id="rId18"/>
    <p:sldId id="273" r:id="rId19"/>
  </p:sldIdLst>
  <p:sldSz cx="12192000" cy="6858000"/>
  <p:notesSz cx="7102475" cy="9388475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747474"/>
    <a:srgbClr val="ACCAF6"/>
    <a:srgbClr val="FED2FA"/>
    <a:srgbClr val="E8E8E8"/>
    <a:srgbClr val="D1D1D1"/>
    <a:srgbClr val="324D66"/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7F86D9B-447A-41E3-A63F-8920382A99EF}" v="429" dt="2026-07-23T10:51:11.5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7" autoAdjust="0"/>
    <p:restoredTop sz="94660"/>
  </p:normalViewPr>
  <p:slideViewPr>
    <p:cSldViewPr snapToGrid="0">
      <p:cViewPr>
        <p:scale>
          <a:sx n="120" d="100"/>
          <a:sy n="120" d="100"/>
        </p:scale>
        <p:origin x="490" y="-1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全 香玉" userId="1f3450e5-81b9-4f7a-82d7-841c32c029e0" providerId="ADAL" clId="{670531AC-1667-4F97-B1A6-5D38F8A44A79}"/>
    <pc:docChg chg="undo redo custSel addSld delSld modSld sldOrd">
      <pc:chgData name="全 香玉" userId="1f3450e5-81b9-4f7a-82d7-841c32c029e0" providerId="ADAL" clId="{670531AC-1667-4F97-B1A6-5D38F8A44A79}" dt="2026-07-23T10:52:18.564" v="2823" actId="1076"/>
      <pc:docMkLst>
        <pc:docMk/>
      </pc:docMkLst>
      <pc:sldChg chg="addSp delSp modSp add mod">
        <pc:chgData name="全 香玉" userId="1f3450e5-81b9-4f7a-82d7-841c32c029e0" providerId="ADAL" clId="{670531AC-1667-4F97-B1A6-5D38F8A44A79}" dt="2026-07-17T03:13:46.705" v="188" actId="20577"/>
        <pc:sldMkLst>
          <pc:docMk/>
          <pc:sldMk cId="3041934445" sldId="268"/>
        </pc:sldMkLst>
        <pc:spChg chg="mod">
          <ac:chgData name="全 香玉" userId="1f3450e5-81b9-4f7a-82d7-841c32c029e0" providerId="ADAL" clId="{670531AC-1667-4F97-B1A6-5D38F8A44A79}" dt="2026-07-17T03:08:21.525" v="154" actId="1076"/>
          <ac:spMkLst>
            <pc:docMk/>
            <pc:sldMk cId="3041934445" sldId="268"/>
            <ac:spMk id="16" creationId="{C5B0D60D-1456-3E1C-73F8-93DE5569D9AF}"/>
          </ac:spMkLst>
        </pc:spChg>
        <pc:spChg chg="mod">
          <ac:chgData name="全 香玉" userId="1f3450e5-81b9-4f7a-82d7-841c32c029e0" providerId="ADAL" clId="{670531AC-1667-4F97-B1A6-5D38F8A44A79}" dt="2026-07-17T03:13:46.705" v="188" actId="20577"/>
          <ac:spMkLst>
            <pc:docMk/>
            <pc:sldMk cId="3041934445" sldId="268"/>
            <ac:spMk id="17" creationId="{E62A6218-D51E-A281-2173-9DE048FA601F}"/>
          </ac:spMkLst>
        </pc:spChg>
        <pc:spChg chg="add mod">
          <ac:chgData name="全 香玉" userId="1f3450e5-81b9-4f7a-82d7-841c32c029e0" providerId="ADAL" clId="{670531AC-1667-4F97-B1A6-5D38F8A44A79}" dt="2026-07-17T03:13:26.421" v="186" actId="20577"/>
          <ac:spMkLst>
            <pc:docMk/>
            <pc:sldMk cId="3041934445" sldId="268"/>
            <ac:spMk id="54" creationId="{287BF06D-E5D3-14D7-4367-5633832A9E6C}"/>
          </ac:spMkLst>
        </pc:spChg>
        <pc:spChg chg="add mod">
          <ac:chgData name="全 香玉" userId="1f3450e5-81b9-4f7a-82d7-841c32c029e0" providerId="ADAL" clId="{670531AC-1667-4F97-B1A6-5D38F8A44A79}" dt="2026-07-17T03:13:16.977" v="183" actId="1076"/>
          <ac:spMkLst>
            <pc:docMk/>
            <pc:sldMk cId="3041934445" sldId="268"/>
            <ac:spMk id="56" creationId="{718C072A-79B7-E8E6-2EFE-E27A6A8BF9F2}"/>
          </ac:spMkLst>
        </pc:spChg>
        <pc:cxnChg chg="add mod">
          <ac:chgData name="全 香玉" userId="1f3450e5-81b9-4f7a-82d7-841c32c029e0" providerId="ADAL" clId="{670531AC-1667-4F97-B1A6-5D38F8A44A79}" dt="2026-07-17T03:07:15.870" v="138" actId="1076"/>
          <ac:cxnSpMkLst>
            <pc:docMk/>
            <pc:sldMk cId="3041934445" sldId="268"/>
            <ac:cxnSpMk id="10" creationId="{11C1B729-71AF-E499-8D77-0743BB9453EB}"/>
          </ac:cxnSpMkLst>
        </pc:cxnChg>
        <pc:cxnChg chg="add mod">
          <ac:chgData name="全 香玉" userId="1f3450e5-81b9-4f7a-82d7-841c32c029e0" providerId="ADAL" clId="{670531AC-1667-4F97-B1A6-5D38F8A44A79}" dt="2026-07-17T03:11:06.631" v="176" actId="14100"/>
          <ac:cxnSpMkLst>
            <pc:docMk/>
            <pc:sldMk cId="3041934445" sldId="268"/>
            <ac:cxnSpMk id="24" creationId="{32E592DE-1510-3F3F-5820-0CE8A2840572}"/>
          </ac:cxnSpMkLst>
        </pc:cxnChg>
        <pc:cxnChg chg="mod">
          <ac:chgData name="全 香玉" userId="1f3450e5-81b9-4f7a-82d7-841c32c029e0" providerId="ADAL" clId="{670531AC-1667-4F97-B1A6-5D38F8A44A79}" dt="2026-07-17T03:07:08.801" v="134" actId="14100"/>
          <ac:cxnSpMkLst>
            <pc:docMk/>
            <pc:sldMk cId="3041934445" sldId="268"/>
            <ac:cxnSpMk id="40" creationId="{C823132E-4C09-6130-B040-27D536789369}"/>
          </ac:cxnSpMkLst>
        </pc:cxnChg>
        <pc:cxnChg chg="mod">
          <ac:chgData name="全 香玉" userId="1f3450e5-81b9-4f7a-82d7-841c32c029e0" providerId="ADAL" clId="{670531AC-1667-4F97-B1A6-5D38F8A44A79}" dt="2026-07-17T03:10:44.583" v="174" actId="14100"/>
          <ac:cxnSpMkLst>
            <pc:docMk/>
            <pc:sldMk cId="3041934445" sldId="268"/>
            <ac:cxnSpMk id="41" creationId="{4DCED330-D698-3CD9-478D-60C71CFFE4DF}"/>
          </ac:cxnSpMkLst>
        </pc:cxnChg>
      </pc:sldChg>
      <pc:sldChg chg="addSp delSp modSp new del mod setBg">
        <pc:chgData name="全 香玉" userId="1f3450e5-81b9-4f7a-82d7-841c32c029e0" providerId="ADAL" clId="{670531AC-1667-4F97-B1A6-5D38F8A44A79}" dt="2026-07-23T02:35:25.284" v="2305" actId="47"/>
        <pc:sldMkLst>
          <pc:docMk/>
          <pc:sldMk cId="3109571289" sldId="269"/>
        </pc:sldMkLst>
      </pc:sldChg>
      <pc:sldChg chg="add del">
        <pc:chgData name="全 香玉" userId="1f3450e5-81b9-4f7a-82d7-841c32c029e0" providerId="ADAL" clId="{670531AC-1667-4F97-B1A6-5D38F8A44A79}" dt="2026-07-23T02:35:23.089" v="2304" actId="47"/>
        <pc:sldMkLst>
          <pc:docMk/>
          <pc:sldMk cId="1116325694" sldId="270"/>
        </pc:sldMkLst>
      </pc:sldChg>
      <pc:sldChg chg="addSp delSp modSp add mod ord">
        <pc:chgData name="全 香玉" userId="1f3450e5-81b9-4f7a-82d7-841c32c029e0" providerId="ADAL" clId="{670531AC-1667-4F97-B1A6-5D38F8A44A79}" dt="2026-07-23T10:52:18.564" v="2823" actId="1076"/>
        <pc:sldMkLst>
          <pc:docMk/>
          <pc:sldMk cId="320822935" sldId="271"/>
        </pc:sldMkLst>
        <pc:spChg chg="add del mod ord">
          <ac:chgData name="全 香玉" userId="1f3450e5-81b9-4f7a-82d7-841c32c029e0" providerId="ADAL" clId="{670531AC-1667-4F97-B1A6-5D38F8A44A79}" dt="2026-07-23T02:16:57.729" v="1858" actId="478"/>
          <ac:spMkLst>
            <pc:docMk/>
            <pc:sldMk cId="320822935" sldId="271"/>
            <ac:spMk id="27" creationId="{FFD9A9D9-2967-FA03-E1BD-B19A9D41DF5A}"/>
          </ac:spMkLst>
        </pc:spChg>
        <pc:spChg chg="add del mod ord">
          <ac:chgData name="全 香玉" userId="1f3450e5-81b9-4f7a-82d7-841c32c029e0" providerId="ADAL" clId="{670531AC-1667-4F97-B1A6-5D38F8A44A79}" dt="2026-07-23T02:19:15.481" v="1875" actId="478"/>
          <ac:spMkLst>
            <pc:docMk/>
            <pc:sldMk cId="320822935" sldId="271"/>
            <ac:spMk id="28" creationId="{B59C5699-7ABD-A1C5-7832-2ED8D96D7A46}"/>
          </ac:spMkLst>
        </pc:spChg>
        <pc:spChg chg="add del mod ord">
          <ac:chgData name="全 香玉" userId="1f3450e5-81b9-4f7a-82d7-841c32c029e0" providerId="ADAL" clId="{670531AC-1667-4F97-B1A6-5D38F8A44A79}" dt="2026-07-23T02:12:30.406" v="1723" actId="478"/>
          <ac:spMkLst>
            <pc:docMk/>
            <pc:sldMk cId="320822935" sldId="271"/>
            <ac:spMk id="29" creationId="{F3A9DA67-D51D-C994-487A-DAF76C5C852B}"/>
          </ac:spMkLst>
        </pc:spChg>
        <pc:spChg chg="add mod ord">
          <ac:chgData name="全 香玉" userId="1f3450e5-81b9-4f7a-82d7-841c32c029e0" providerId="ADAL" clId="{670531AC-1667-4F97-B1A6-5D38F8A44A79}" dt="2026-07-23T09:30:35.788" v="2377" actId="165"/>
          <ac:spMkLst>
            <pc:docMk/>
            <pc:sldMk cId="320822935" sldId="271"/>
            <ac:spMk id="31" creationId="{053F6D08-41BC-F51C-A6F6-B8CDB7DC25E7}"/>
          </ac:spMkLst>
        </pc:spChg>
        <pc:spChg chg="add mod ord">
          <ac:chgData name="全 香玉" userId="1f3450e5-81b9-4f7a-82d7-841c32c029e0" providerId="ADAL" clId="{670531AC-1667-4F97-B1A6-5D38F8A44A79}" dt="2026-07-23T10:01:50.617" v="2536" actId="14100"/>
          <ac:spMkLst>
            <pc:docMk/>
            <pc:sldMk cId="320822935" sldId="271"/>
            <ac:spMk id="34" creationId="{9B4C47D8-5653-946E-25C0-E3D177A3002B}"/>
          </ac:spMkLst>
        </pc:spChg>
        <pc:spChg chg="add mod ord">
          <ac:chgData name="全 香玉" userId="1f3450e5-81b9-4f7a-82d7-841c32c029e0" providerId="ADAL" clId="{670531AC-1667-4F97-B1A6-5D38F8A44A79}" dt="2026-07-23T02:27:00.001" v="2092" actId="16959"/>
          <ac:spMkLst>
            <pc:docMk/>
            <pc:sldMk cId="320822935" sldId="271"/>
            <ac:spMk id="36" creationId="{56E31054-4C6F-71D5-6FD0-6EBCCEDE91C6}"/>
          </ac:spMkLst>
        </pc:spChg>
        <pc:spChg chg="add mod topLvl">
          <ac:chgData name="全 香玉" userId="1f3450e5-81b9-4f7a-82d7-841c32c029e0" providerId="ADAL" clId="{670531AC-1667-4F97-B1A6-5D38F8A44A79}" dt="2026-07-23T09:30:54.694" v="2382" actId="164"/>
          <ac:spMkLst>
            <pc:docMk/>
            <pc:sldMk cId="320822935" sldId="271"/>
            <ac:spMk id="60" creationId="{87CA5E10-8FFB-FF0D-4C15-679FFB0122AE}"/>
          </ac:spMkLst>
        </pc:spChg>
        <pc:spChg chg="add mod topLvl">
          <ac:chgData name="全 香玉" userId="1f3450e5-81b9-4f7a-82d7-841c32c029e0" providerId="ADAL" clId="{670531AC-1667-4F97-B1A6-5D38F8A44A79}" dt="2026-07-23T09:30:54.694" v="2382" actId="164"/>
          <ac:spMkLst>
            <pc:docMk/>
            <pc:sldMk cId="320822935" sldId="271"/>
            <ac:spMk id="63" creationId="{2D9CC5A0-C964-FFF0-E492-7C7F2DEE61EA}"/>
          </ac:spMkLst>
        </pc:spChg>
        <pc:spChg chg="mod topLvl">
          <ac:chgData name="全 香玉" userId="1f3450e5-81b9-4f7a-82d7-841c32c029e0" providerId="ADAL" clId="{670531AC-1667-4F97-B1A6-5D38F8A44A79}" dt="2026-07-23T09:30:35.788" v="2377" actId="165"/>
          <ac:spMkLst>
            <pc:docMk/>
            <pc:sldMk cId="320822935" sldId="271"/>
            <ac:spMk id="130" creationId="{22BFB687-C0E6-FB0D-1AAA-840E9FC83963}"/>
          </ac:spMkLst>
        </pc:spChg>
        <pc:spChg chg="add mod">
          <ac:chgData name="全 香玉" userId="1f3450e5-81b9-4f7a-82d7-841c32c029e0" providerId="ADAL" clId="{670531AC-1667-4F97-B1A6-5D38F8A44A79}" dt="2026-07-23T09:30:54.694" v="2382" actId="164"/>
          <ac:spMkLst>
            <pc:docMk/>
            <pc:sldMk cId="320822935" sldId="271"/>
            <ac:spMk id="133" creationId="{0C0F2BBB-A0F2-09E4-7A21-C03B3DD56AF8}"/>
          </ac:spMkLst>
        </pc:spChg>
        <pc:spChg chg="add mod">
          <ac:chgData name="全 香玉" userId="1f3450e5-81b9-4f7a-82d7-841c32c029e0" providerId="ADAL" clId="{670531AC-1667-4F97-B1A6-5D38F8A44A79}" dt="2026-07-23T09:30:54.694" v="2382" actId="164"/>
          <ac:spMkLst>
            <pc:docMk/>
            <pc:sldMk cId="320822935" sldId="271"/>
            <ac:spMk id="137" creationId="{67EA756C-7178-2337-255A-A4B77D6AF8D1}"/>
          </ac:spMkLst>
        </pc:spChg>
        <pc:spChg chg="add mod">
          <ac:chgData name="全 香玉" userId="1f3450e5-81b9-4f7a-82d7-841c32c029e0" providerId="ADAL" clId="{670531AC-1667-4F97-B1A6-5D38F8A44A79}" dt="2026-07-23T09:30:54.694" v="2382" actId="164"/>
          <ac:spMkLst>
            <pc:docMk/>
            <pc:sldMk cId="320822935" sldId="271"/>
            <ac:spMk id="139" creationId="{14B5F41D-01F2-C36C-6088-61A4F03794DA}"/>
          </ac:spMkLst>
        </pc:spChg>
        <pc:spChg chg="mod topLvl">
          <ac:chgData name="全 香玉" userId="1f3450e5-81b9-4f7a-82d7-841c32c029e0" providerId="ADAL" clId="{670531AC-1667-4F97-B1A6-5D38F8A44A79}" dt="2026-07-23T09:30:35.788" v="2377" actId="165"/>
          <ac:spMkLst>
            <pc:docMk/>
            <pc:sldMk cId="320822935" sldId="271"/>
            <ac:spMk id="140" creationId="{FA72BF2D-E283-9927-82F3-17E3D17C66C2}"/>
          </ac:spMkLst>
        </pc:spChg>
        <pc:spChg chg="del mod topLvl">
          <ac:chgData name="全 香玉" userId="1f3450e5-81b9-4f7a-82d7-841c32c029e0" providerId="ADAL" clId="{670531AC-1667-4F97-B1A6-5D38F8A44A79}" dt="2026-07-23T02:23:32.891" v="2060" actId="478"/>
          <ac:spMkLst>
            <pc:docMk/>
            <pc:sldMk cId="320822935" sldId="271"/>
            <ac:spMk id="141" creationId="{5EF8C26F-9158-3BD3-4ABA-6A618303F457}"/>
          </ac:spMkLst>
        </pc:spChg>
        <pc:spChg chg="add mod topLvl">
          <ac:chgData name="全 香玉" userId="1f3450e5-81b9-4f7a-82d7-841c32c029e0" providerId="ADAL" clId="{670531AC-1667-4F97-B1A6-5D38F8A44A79}" dt="2026-07-23T09:30:54.694" v="2382" actId="164"/>
          <ac:spMkLst>
            <pc:docMk/>
            <pc:sldMk cId="320822935" sldId="271"/>
            <ac:spMk id="144" creationId="{49E8488A-CE86-DE29-4D91-21BFADF57941}"/>
          </ac:spMkLst>
        </pc:spChg>
        <pc:spChg chg="add mod ord">
          <ac:chgData name="全 香玉" userId="1f3450e5-81b9-4f7a-82d7-841c32c029e0" providerId="ADAL" clId="{670531AC-1667-4F97-B1A6-5D38F8A44A79}" dt="2026-07-23T10:46:50.570" v="2781" actId="164"/>
          <ac:spMkLst>
            <pc:docMk/>
            <pc:sldMk cId="320822935" sldId="271"/>
            <ac:spMk id="145" creationId="{D6C9D1BC-CE0C-7411-21DD-4C0C237BFF11}"/>
          </ac:spMkLst>
        </pc:spChg>
        <pc:spChg chg="add mod ord">
          <ac:chgData name="全 香玉" userId="1f3450e5-81b9-4f7a-82d7-841c32c029e0" providerId="ADAL" clId="{670531AC-1667-4F97-B1A6-5D38F8A44A79}" dt="2026-07-23T10:46:50.570" v="2781" actId="164"/>
          <ac:spMkLst>
            <pc:docMk/>
            <pc:sldMk cId="320822935" sldId="271"/>
            <ac:spMk id="147" creationId="{78FC8C47-95BE-12D3-AA4B-E942B16BCE1A}"/>
          </ac:spMkLst>
        </pc:spChg>
        <pc:spChg chg="add mod">
          <ac:chgData name="全 香玉" userId="1f3450e5-81b9-4f7a-82d7-841c32c029e0" providerId="ADAL" clId="{670531AC-1667-4F97-B1A6-5D38F8A44A79}" dt="2026-07-23T10:46:50.570" v="2781" actId="164"/>
          <ac:spMkLst>
            <pc:docMk/>
            <pc:sldMk cId="320822935" sldId="271"/>
            <ac:spMk id="177" creationId="{0C0E0EEB-5816-CE46-43F4-C1C0972C8938}"/>
          </ac:spMkLst>
        </pc:spChg>
        <pc:spChg chg="mod topLvl">
          <ac:chgData name="全 香玉" userId="1f3450e5-81b9-4f7a-82d7-841c32c029e0" providerId="ADAL" clId="{670531AC-1667-4F97-B1A6-5D38F8A44A79}" dt="2026-07-23T09:30:35.788" v="2377" actId="165"/>
          <ac:spMkLst>
            <pc:docMk/>
            <pc:sldMk cId="320822935" sldId="271"/>
            <ac:spMk id="178" creationId="{2A2BC753-74A4-22CD-55C6-2A9758ED9DAA}"/>
          </ac:spMkLst>
        </pc:spChg>
        <pc:spChg chg="mod ord topLvl">
          <ac:chgData name="全 香玉" userId="1f3450e5-81b9-4f7a-82d7-841c32c029e0" providerId="ADAL" clId="{670531AC-1667-4F97-B1A6-5D38F8A44A79}" dt="2026-07-23T09:30:35.788" v="2377" actId="165"/>
          <ac:spMkLst>
            <pc:docMk/>
            <pc:sldMk cId="320822935" sldId="271"/>
            <ac:spMk id="180" creationId="{8F953448-758B-31CD-0A02-20F48018AC22}"/>
          </ac:spMkLst>
        </pc:spChg>
        <pc:spChg chg="del mod topLvl">
          <ac:chgData name="全 香玉" userId="1f3450e5-81b9-4f7a-82d7-841c32c029e0" providerId="ADAL" clId="{670531AC-1667-4F97-B1A6-5D38F8A44A79}" dt="2026-07-23T02:07:09.122" v="1558" actId="478"/>
          <ac:spMkLst>
            <pc:docMk/>
            <pc:sldMk cId="320822935" sldId="271"/>
            <ac:spMk id="181" creationId="{F5112C38-B312-357A-72EF-0EE7DBC94A85}"/>
          </ac:spMkLst>
        </pc:spChg>
        <pc:spChg chg="mod topLvl">
          <ac:chgData name="全 香玉" userId="1f3450e5-81b9-4f7a-82d7-841c32c029e0" providerId="ADAL" clId="{670531AC-1667-4F97-B1A6-5D38F8A44A79}" dt="2026-07-23T02:27:00.001" v="2092" actId="16959"/>
          <ac:spMkLst>
            <pc:docMk/>
            <pc:sldMk cId="320822935" sldId="271"/>
            <ac:spMk id="183" creationId="{023170A7-EE8B-6405-9336-2916FF6DC7E4}"/>
          </ac:spMkLst>
        </pc:spChg>
        <pc:spChg chg="del mod topLvl">
          <ac:chgData name="全 香玉" userId="1f3450e5-81b9-4f7a-82d7-841c32c029e0" providerId="ADAL" clId="{670531AC-1667-4F97-B1A6-5D38F8A44A79}" dt="2026-07-23T02:10:21.985" v="1667" actId="478"/>
          <ac:spMkLst>
            <pc:docMk/>
            <pc:sldMk cId="320822935" sldId="271"/>
            <ac:spMk id="187" creationId="{D0E5ED6B-F5EA-0182-2ACC-212170B3EDE7}"/>
          </ac:spMkLst>
        </pc:spChg>
        <pc:spChg chg="del mod topLvl">
          <ac:chgData name="全 香玉" userId="1f3450e5-81b9-4f7a-82d7-841c32c029e0" providerId="ADAL" clId="{670531AC-1667-4F97-B1A6-5D38F8A44A79}" dt="2026-07-23T02:19:15.481" v="1875" actId="478"/>
          <ac:spMkLst>
            <pc:docMk/>
            <pc:sldMk cId="320822935" sldId="271"/>
            <ac:spMk id="189" creationId="{E316FA86-1BF0-B3C7-CFFB-B03CA543C481}"/>
          </ac:spMkLst>
        </pc:spChg>
        <pc:spChg chg="add del">
          <ac:chgData name="全 香玉" userId="1f3450e5-81b9-4f7a-82d7-841c32c029e0" providerId="ADAL" clId="{670531AC-1667-4F97-B1A6-5D38F8A44A79}" dt="2026-07-23T09:35:29.613" v="2425" actId="478"/>
          <ac:spMkLst>
            <pc:docMk/>
            <pc:sldMk cId="320822935" sldId="271"/>
            <ac:spMk id="190" creationId="{FEDAA750-3B69-DE98-1501-A2BBE804E0E8}"/>
          </ac:spMkLst>
        </pc:spChg>
        <pc:spChg chg="mod topLvl">
          <ac:chgData name="全 香玉" userId="1f3450e5-81b9-4f7a-82d7-841c32c029e0" providerId="ADAL" clId="{670531AC-1667-4F97-B1A6-5D38F8A44A79}" dt="2026-07-23T02:27:00.001" v="2092" actId="16959"/>
          <ac:spMkLst>
            <pc:docMk/>
            <pc:sldMk cId="320822935" sldId="271"/>
            <ac:spMk id="191" creationId="{D0DA9189-6A2D-5C33-F1C7-7F50887983BB}"/>
          </ac:spMkLst>
        </pc:spChg>
        <pc:spChg chg="add del mod">
          <ac:chgData name="全 香玉" userId="1f3450e5-81b9-4f7a-82d7-841c32c029e0" providerId="ADAL" clId="{670531AC-1667-4F97-B1A6-5D38F8A44A79}" dt="2026-07-23T09:35:59.977" v="2429" actId="11529"/>
          <ac:spMkLst>
            <pc:docMk/>
            <pc:sldMk cId="320822935" sldId="271"/>
            <ac:spMk id="192" creationId="{617BD96F-44A1-6704-0A1A-9238664EF6AC}"/>
          </ac:spMkLst>
        </pc:spChg>
        <pc:spChg chg="add mod">
          <ac:chgData name="全 香玉" userId="1f3450e5-81b9-4f7a-82d7-841c32c029e0" providerId="ADAL" clId="{670531AC-1667-4F97-B1A6-5D38F8A44A79}" dt="2026-07-23T10:46:50.570" v="2781" actId="164"/>
          <ac:spMkLst>
            <pc:docMk/>
            <pc:sldMk cId="320822935" sldId="271"/>
            <ac:spMk id="193" creationId="{5F2773B3-850F-8B3B-89F1-0DFFFAF28E45}"/>
          </ac:spMkLst>
        </pc:spChg>
        <pc:spChg chg="add mod">
          <ac:chgData name="全 香玉" userId="1f3450e5-81b9-4f7a-82d7-841c32c029e0" providerId="ADAL" clId="{670531AC-1667-4F97-B1A6-5D38F8A44A79}" dt="2026-07-23T10:46:50.570" v="2781" actId="164"/>
          <ac:spMkLst>
            <pc:docMk/>
            <pc:sldMk cId="320822935" sldId="271"/>
            <ac:spMk id="194" creationId="{F714665F-88F8-A173-1FC4-485C43F341D0}"/>
          </ac:spMkLst>
        </pc:spChg>
        <pc:spChg chg="mod topLvl">
          <ac:chgData name="全 香玉" userId="1f3450e5-81b9-4f7a-82d7-841c32c029e0" providerId="ADAL" clId="{670531AC-1667-4F97-B1A6-5D38F8A44A79}" dt="2026-07-23T02:27:00.001" v="2092" actId="16959"/>
          <ac:spMkLst>
            <pc:docMk/>
            <pc:sldMk cId="320822935" sldId="271"/>
            <ac:spMk id="196" creationId="{16FBB22E-A9A0-33EF-6667-C1ECD9251DD6}"/>
          </ac:spMkLst>
        </pc:spChg>
        <pc:spChg chg="mod topLvl">
          <ac:chgData name="全 香玉" userId="1f3450e5-81b9-4f7a-82d7-841c32c029e0" providerId="ADAL" clId="{670531AC-1667-4F97-B1A6-5D38F8A44A79}" dt="2026-07-23T02:27:00.001" v="2092" actId="16959"/>
          <ac:spMkLst>
            <pc:docMk/>
            <pc:sldMk cId="320822935" sldId="271"/>
            <ac:spMk id="199" creationId="{FA67BE37-6E72-0E99-6032-D1BB595475CA}"/>
          </ac:spMkLst>
        </pc:spChg>
        <pc:spChg chg="mod topLvl">
          <ac:chgData name="全 香玉" userId="1f3450e5-81b9-4f7a-82d7-841c32c029e0" providerId="ADAL" clId="{670531AC-1667-4F97-B1A6-5D38F8A44A79}" dt="2026-07-23T02:27:00.001" v="2092" actId="16959"/>
          <ac:spMkLst>
            <pc:docMk/>
            <pc:sldMk cId="320822935" sldId="271"/>
            <ac:spMk id="201" creationId="{074B58AF-8E92-D535-1FCF-BDF1F2891A69}"/>
          </ac:spMkLst>
        </pc:spChg>
        <pc:spChg chg="mod">
          <ac:chgData name="全 香玉" userId="1f3450e5-81b9-4f7a-82d7-841c32c029e0" providerId="ADAL" clId="{670531AC-1667-4F97-B1A6-5D38F8A44A79}" dt="2026-07-23T02:20:50.369" v="1883" actId="1076"/>
          <ac:spMkLst>
            <pc:docMk/>
            <pc:sldMk cId="320822935" sldId="271"/>
            <ac:spMk id="203" creationId="{95356ABD-AC5C-BED3-27C2-8A1C46A62254}"/>
          </ac:spMkLst>
        </pc:spChg>
        <pc:spChg chg="mod">
          <ac:chgData name="全 香玉" userId="1f3450e5-81b9-4f7a-82d7-841c32c029e0" providerId="ADAL" clId="{670531AC-1667-4F97-B1A6-5D38F8A44A79}" dt="2026-07-23T09:30:35.788" v="2377" actId="165"/>
          <ac:spMkLst>
            <pc:docMk/>
            <pc:sldMk cId="320822935" sldId="271"/>
            <ac:spMk id="212" creationId="{092AF00C-4641-0E1C-0B67-753240ED7557}"/>
          </ac:spMkLst>
        </pc:spChg>
        <pc:spChg chg="add del mod ord">
          <ac:chgData name="全 香玉" userId="1f3450e5-81b9-4f7a-82d7-841c32c029e0" providerId="ADAL" clId="{670531AC-1667-4F97-B1A6-5D38F8A44A79}" dt="2026-07-23T10:52:07.942" v="2816" actId="478"/>
          <ac:spMkLst>
            <pc:docMk/>
            <pc:sldMk cId="320822935" sldId="271"/>
            <ac:spMk id="220" creationId="{407ED3E9-F43C-94F6-4132-4527AFE67117}"/>
          </ac:spMkLst>
        </pc:spChg>
        <pc:spChg chg="add del mod ord">
          <ac:chgData name="全 香玉" userId="1f3450e5-81b9-4f7a-82d7-841c32c029e0" providerId="ADAL" clId="{670531AC-1667-4F97-B1A6-5D38F8A44A79}" dt="2026-07-23T10:01:46.349" v="2535" actId="478"/>
          <ac:spMkLst>
            <pc:docMk/>
            <pc:sldMk cId="320822935" sldId="271"/>
            <ac:spMk id="229" creationId="{BBAD08DA-CC7A-B0C6-0196-05BD0D20AC70}"/>
          </ac:spMkLst>
        </pc:spChg>
        <pc:spChg chg="add del ord">
          <ac:chgData name="全 香玉" userId="1f3450e5-81b9-4f7a-82d7-841c32c029e0" providerId="ADAL" clId="{670531AC-1667-4F97-B1A6-5D38F8A44A79}" dt="2026-07-23T10:23:06.258" v="2593" actId="11529"/>
          <ac:spMkLst>
            <pc:docMk/>
            <pc:sldMk cId="320822935" sldId="271"/>
            <ac:spMk id="254" creationId="{5A54AD7F-087F-EE8B-4E5A-CCD417DB7B9A}"/>
          </ac:spMkLst>
        </pc:spChg>
        <pc:spChg chg="add del mod">
          <ac:chgData name="全 香玉" userId="1f3450e5-81b9-4f7a-82d7-841c32c029e0" providerId="ADAL" clId="{670531AC-1667-4F97-B1A6-5D38F8A44A79}" dt="2026-07-23T10:24:39.289" v="2606" actId="478"/>
          <ac:spMkLst>
            <pc:docMk/>
            <pc:sldMk cId="320822935" sldId="271"/>
            <ac:spMk id="255" creationId="{D659BD4F-130B-2A5C-1AF6-B556A487B493}"/>
          </ac:spMkLst>
        </pc:spChg>
        <pc:spChg chg="add mod">
          <ac:chgData name="全 香玉" userId="1f3450e5-81b9-4f7a-82d7-841c32c029e0" providerId="ADAL" clId="{670531AC-1667-4F97-B1A6-5D38F8A44A79}" dt="2026-07-23T10:47:08.571" v="2784" actId="1076"/>
          <ac:spMkLst>
            <pc:docMk/>
            <pc:sldMk cId="320822935" sldId="271"/>
            <ac:spMk id="260" creationId="{35224B4F-E20D-8F62-31A6-DD4951021291}"/>
          </ac:spMkLst>
        </pc:spChg>
        <pc:spChg chg="add del mod ord">
          <ac:chgData name="全 香玉" userId="1f3450e5-81b9-4f7a-82d7-841c32c029e0" providerId="ADAL" clId="{670531AC-1667-4F97-B1A6-5D38F8A44A79}" dt="2026-07-23T10:52:10.989" v="2819" actId="478"/>
          <ac:spMkLst>
            <pc:docMk/>
            <pc:sldMk cId="320822935" sldId="271"/>
            <ac:spMk id="278" creationId="{B78E66E3-EBF8-FD26-E47B-9FA7E5796691}"/>
          </ac:spMkLst>
        </pc:spChg>
        <pc:spChg chg="add del mod ord">
          <ac:chgData name="全 香玉" userId="1f3450e5-81b9-4f7a-82d7-841c32c029e0" providerId="ADAL" clId="{670531AC-1667-4F97-B1A6-5D38F8A44A79}" dt="2026-07-23T10:52:08.829" v="2817" actId="478"/>
          <ac:spMkLst>
            <pc:docMk/>
            <pc:sldMk cId="320822935" sldId="271"/>
            <ac:spMk id="279" creationId="{5FBFD174-2408-6656-11B1-7888DA8932EB}"/>
          </ac:spMkLst>
        </pc:spChg>
        <pc:spChg chg="add del mod">
          <ac:chgData name="全 香玉" userId="1f3450e5-81b9-4f7a-82d7-841c32c029e0" providerId="ADAL" clId="{670531AC-1667-4F97-B1A6-5D38F8A44A79}" dt="2026-07-23T10:38:43.487" v="2732" actId="478"/>
          <ac:spMkLst>
            <pc:docMk/>
            <pc:sldMk cId="320822935" sldId="271"/>
            <ac:spMk id="281" creationId="{9AC6C243-5AFF-F5FF-F51E-87A949FD8094}"/>
          </ac:spMkLst>
        </pc:spChg>
        <pc:spChg chg="add del">
          <ac:chgData name="全 香玉" userId="1f3450e5-81b9-4f7a-82d7-841c32c029e0" providerId="ADAL" clId="{670531AC-1667-4F97-B1A6-5D38F8A44A79}" dt="2026-07-23T10:39:09.830" v="2734" actId="478"/>
          <ac:spMkLst>
            <pc:docMk/>
            <pc:sldMk cId="320822935" sldId="271"/>
            <ac:spMk id="282" creationId="{9E0E18F1-0735-DBFC-3065-E68BD408F226}"/>
          </ac:spMkLst>
        </pc:spChg>
        <pc:spChg chg="add del">
          <ac:chgData name="全 香玉" userId="1f3450e5-81b9-4f7a-82d7-841c32c029e0" providerId="ADAL" clId="{670531AC-1667-4F97-B1A6-5D38F8A44A79}" dt="2026-07-23T10:52:14.440" v="2822" actId="478"/>
          <ac:spMkLst>
            <pc:docMk/>
            <pc:sldMk cId="320822935" sldId="271"/>
            <ac:spMk id="283" creationId="{36D6306A-C174-232D-CFBA-E50701C69659}"/>
          </ac:spMkLst>
        </pc:spChg>
        <pc:spChg chg="add del">
          <ac:chgData name="全 香玉" userId="1f3450e5-81b9-4f7a-82d7-841c32c029e0" providerId="ADAL" clId="{670531AC-1667-4F97-B1A6-5D38F8A44A79}" dt="2026-07-23T10:52:12.135" v="2820" actId="478"/>
          <ac:spMkLst>
            <pc:docMk/>
            <pc:sldMk cId="320822935" sldId="271"/>
            <ac:spMk id="284" creationId="{DA89A084-8168-804C-4264-BC7C752FC629}"/>
          </ac:spMkLst>
        </pc:spChg>
        <pc:spChg chg="add mod ord">
          <ac:chgData name="全 香玉" userId="1f3450e5-81b9-4f7a-82d7-841c32c029e0" providerId="ADAL" clId="{670531AC-1667-4F97-B1A6-5D38F8A44A79}" dt="2026-07-23T10:47:29.112" v="2785" actId="14100"/>
          <ac:spMkLst>
            <pc:docMk/>
            <pc:sldMk cId="320822935" sldId="271"/>
            <ac:spMk id="287" creationId="{424EF706-D0D6-1FF6-E923-78BCEDE021E6}"/>
          </ac:spMkLst>
        </pc:spChg>
        <pc:spChg chg="add del mod ord">
          <ac:chgData name="全 香玉" userId="1f3450e5-81b9-4f7a-82d7-841c32c029e0" providerId="ADAL" clId="{670531AC-1667-4F97-B1A6-5D38F8A44A79}" dt="2026-07-23T10:52:13.237" v="2821" actId="478"/>
          <ac:spMkLst>
            <pc:docMk/>
            <pc:sldMk cId="320822935" sldId="271"/>
            <ac:spMk id="291" creationId="{D6946235-9C2D-2E63-CF57-F56679DBAF38}"/>
          </ac:spMkLst>
        </pc:spChg>
        <pc:grpChg chg="mod">
          <ac:chgData name="全 香玉" userId="1f3450e5-81b9-4f7a-82d7-841c32c029e0" providerId="ADAL" clId="{670531AC-1667-4F97-B1A6-5D38F8A44A79}" dt="2026-07-23T09:30:54.694" v="2382" actId="164"/>
          <ac:grpSpMkLst>
            <pc:docMk/>
            <pc:sldMk cId="320822935" sldId="271"/>
            <ac:grpSpMk id="37" creationId="{523E0F75-90EC-EC08-EC0F-ADCD9661C9A2}"/>
          </ac:grpSpMkLst>
        </pc:grpChg>
        <pc:grpChg chg="add mod">
          <ac:chgData name="全 香玉" userId="1f3450e5-81b9-4f7a-82d7-841c32c029e0" providerId="ADAL" clId="{670531AC-1667-4F97-B1A6-5D38F8A44A79}" dt="2026-07-23T09:30:30.551" v="2376" actId="1076"/>
          <ac:grpSpMkLst>
            <pc:docMk/>
            <pc:sldMk cId="320822935" sldId="271"/>
            <ac:grpSpMk id="167" creationId="{F47602E7-7789-D153-03A2-5BF243FEE7B6}"/>
          </ac:grpSpMkLst>
        </pc:grpChg>
        <pc:grpChg chg="add mod">
          <ac:chgData name="全 香玉" userId="1f3450e5-81b9-4f7a-82d7-841c32c029e0" providerId="ADAL" clId="{670531AC-1667-4F97-B1A6-5D38F8A44A79}" dt="2026-07-23T10:52:18.564" v="2823" actId="1076"/>
          <ac:grpSpMkLst>
            <pc:docMk/>
            <pc:sldMk cId="320822935" sldId="271"/>
            <ac:grpSpMk id="171" creationId="{676647FD-B9D8-F8CB-BADF-142739ADCF25}"/>
          </ac:grpSpMkLst>
        </pc:grpChg>
        <pc:grpChg chg="del">
          <ac:chgData name="全 香玉" userId="1f3450e5-81b9-4f7a-82d7-841c32c029e0" providerId="ADAL" clId="{670531AC-1667-4F97-B1A6-5D38F8A44A79}" dt="2026-07-23T02:06:56.821" v="1555" actId="165"/>
          <ac:grpSpMkLst>
            <pc:docMk/>
            <pc:sldMk cId="320822935" sldId="271"/>
            <ac:grpSpMk id="182" creationId="{BBB59E1B-4FF0-490A-26C6-572CD115A998}"/>
          </ac:grpSpMkLst>
        </pc:grpChg>
        <pc:grpChg chg="mod">
          <ac:chgData name="全 香玉" userId="1f3450e5-81b9-4f7a-82d7-841c32c029e0" providerId="ADAL" clId="{670531AC-1667-4F97-B1A6-5D38F8A44A79}" dt="2026-07-23T02:01:24.518" v="1199" actId="1076"/>
          <ac:grpSpMkLst>
            <pc:docMk/>
            <pc:sldMk cId="320822935" sldId="271"/>
            <ac:grpSpMk id="210" creationId="{30C23E97-AE9B-2D4B-27CF-8B18946BF5A0}"/>
          </ac:grpSpMkLst>
        </pc:grpChg>
        <pc:grpChg chg="add mod">
          <ac:chgData name="全 香玉" userId="1f3450e5-81b9-4f7a-82d7-841c32c029e0" providerId="ADAL" clId="{670531AC-1667-4F97-B1A6-5D38F8A44A79}" dt="2026-07-23T10:45:41.042" v="2779" actId="164"/>
          <ac:grpSpMkLst>
            <pc:docMk/>
            <pc:sldMk cId="320822935" sldId="271"/>
            <ac:grpSpMk id="285" creationId="{67FC5463-D511-12DF-3BA9-921ADDFF2600}"/>
          </ac:grpSpMkLst>
        </pc:grpChg>
        <pc:grpChg chg="add del mod">
          <ac:chgData name="全 香玉" userId="1f3450e5-81b9-4f7a-82d7-841c32c029e0" providerId="ADAL" clId="{670531AC-1667-4F97-B1A6-5D38F8A44A79}" dt="2026-07-23T10:52:02.846" v="2814" actId="478"/>
          <ac:grpSpMkLst>
            <pc:docMk/>
            <pc:sldMk cId="320822935" sldId="271"/>
            <ac:grpSpMk id="288" creationId="{8A131B54-56A0-7238-4268-1587E6E479F5}"/>
          </ac:grpSpMkLst>
        </pc:grpChg>
        <pc:grpChg chg="add del mod">
          <ac:chgData name="全 香玉" userId="1f3450e5-81b9-4f7a-82d7-841c32c029e0" providerId="ADAL" clId="{670531AC-1667-4F97-B1A6-5D38F8A44A79}" dt="2026-07-23T10:52:05.204" v="2815" actId="478"/>
          <ac:grpSpMkLst>
            <pc:docMk/>
            <pc:sldMk cId="320822935" sldId="271"/>
            <ac:grpSpMk id="289" creationId="{E715D5C9-D24D-FD67-7BA3-DE754E043FA9}"/>
          </ac:grpSpMkLst>
        </pc:grpChg>
        <pc:cxnChg chg="add mod">
          <ac:chgData name="全 香玉" userId="1f3450e5-81b9-4f7a-82d7-841c32c029e0" providerId="ADAL" clId="{670531AC-1667-4F97-B1A6-5D38F8A44A79}" dt="2026-07-23T02:25:11.682" v="2078" actId="1076"/>
          <ac:cxnSpMkLst>
            <pc:docMk/>
            <pc:sldMk cId="320822935" sldId="271"/>
            <ac:cxnSpMk id="5" creationId="{26570B17-F552-E6EA-5480-FE1282944121}"/>
          </ac:cxnSpMkLst>
        </pc:cxnChg>
        <pc:cxnChg chg="add mod">
          <ac:chgData name="全 香玉" userId="1f3450e5-81b9-4f7a-82d7-841c32c029e0" providerId="ADAL" clId="{670531AC-1667-4F97-B1A6-5D38F8A44A79}" dt="2026-07-23T02:25:05.558" v="2076" actId="1076"/>
          <ac:cxnSpMkLst>
            <pc:docMk/>
            <pc:sldMk cId="320822935" sldId="271"/>
            <ac:cxnSpMk id="6" creationId="{70412230-B909-5321-2D54-5ED8C3918027}"/>
          </ac:cxnSpMkLst>
        </pc:cxnChg>
        <pc:cxnChg chg="add mod">
          <ac:chgData name="全 香玉" userId="1f3450e5-81b9-4f7a-82d7-841c32c029e0" providerId="ADAL" clId="{670531AC-1667-4F97-B1A6-5D38F8A44A79}" dt="2026-07-23T02:25:16.677" v="2080" actId="1076"/>
          <ac:cxnSpMkLst>
            <pc:docMk/>
            <pc:sldMk cId="320822935" sldId="271"/>
            <ac:cxnSpMk id="7" creationId="{E7C3E9B0-9473-D3DB-E115-BAA569A6627B}"/>
          </ac:cxnSpMkLst>
        </pc:cxnChg>
        <pc:cxnChg chg="add mod">
          <ac:chgData name="全 香玉" userId="1f3450e5-81b9-4f7a-82d7-841c32c029e0" providerId="ADAL" clId="{670531AC-1667-4F97-B1A6-5D38F8A44A79}" dt="2026-07-23T02:03:25.169" v="1342" actId="1038"/>
          <ac:cxnSpMkLst>
            <pc:docMk/>
            <pc:sldMk cId="320822935" sldId="271"/>
            <ac:cxnSpMk id="12" creationId="{63F6F569-48BB-671E-B253-615713DFC82E}"/>
          </ac:cxnSpMkLst>
        </pc:cxnChg>
        <pc:cxnChg chg="add mod">
          <ac:chgData name="全 香玉" userId="1f3450e5-81b9-4f7a-82d7-841c32c029e0" providerId="ADAL" clId="{670531AC-1667-4F97-B1A6-5D38F8A44A79}" dt="2026-07-23T02:03:24.300" v="1341" actId="1038"/>
          <ac:cxnSpMkLst>
            <pc:docMk/>
            <pc:sldMk cId="320822935" sldId="271"/>
            <ac:cxnSpMk id="13" creationId="{F9C66CBD-B29E-8B38-0297-479F654AF13F}"/>
          </ac:cxnSpMkLst>
        </pc:cxnChg>
        <pc:cxnChg chg="add mod">
          <ac:chgData name="全 香玉" userId="1f3450e5-81b9-4f7a-82d7-841c32c029e0" providerId="ADAL" clId="{670531AC-1667-4F97-B1A6-5D38F8A44A79}" dt="2026-07-23T02:02:26.658" v="1282" actId="1076"/>
          <ac:cxnSpMkLst>
            <pc:docMk/>
            <pc:sldMk cId="320822935" sldId="271"/>
            <ac:cxnSpMk id="14" creationId="{EA0651D3-F6F3-ED88-396E-B1551949C6BD}"/>
          </ac:cxnSpMkLst>
        </pc:cxnChg>
        <pc:cxnChg chg="add mod">
          <ac:chgData name="全 香玉" userId="1f3450e5-81b9-4f7a-82d7-841c32c029e0" providerId="ADAL" clId="{670531AC-1667-4F97-B1A6-5D38F8A44A79}" dt="2026-07-23T02:02:00.866" v="1209" actId="1035"/>
          <ac:cxnSpMkLst>
            <pc:docMk/>
            <pc:sldMk cId="320822935" sldId="271"/>
            <ac:cxnSpMk id="15" creationId="{316CBBD2-3CDF-8AB8-23AB-00BE64B8D754}"/>
          </ac:cxnSpMkLst>
        </pc:cxnChg>
        <pc:cxnChg chg="add mod">
          <ac:chgData name="全 香玉" userId="1f3450e5-81b9-4f7a-82d7-841c32c029e0" providerId="ADAL" clId="{670531AC-1667-4F97-B1A6-5D38F8A44A79}" dt="2026-07-23T02:04:10.928" v="1352" actId="1076"/>
          <ac:cxnSpMkLst>
            <pc:docMk/>
            <pc:sldMk cId="320822935" sldId="271"/>
            <ac:cxnSpMk id="16" creationId="{B7C41C58-D085-04FF-7B4E-4A32BCC6D01E}"/>
          </ac:cxnSpMkLst>
        </pc:cxnChg>
        <pc:cxnChg chg="add mod">
          <ac:chgData name="全 香玉" userId="1f3450e5-81b9-4f7a-82d7-841c32c029e0" providerId="ADAL" clId="{670531AC-1667-4F97-B1A6-5D38F8A44A79}" dt="2026-07-23T02:04:10.928" v="1352" actId="1076"/>
          <ac:cxnSpMkLst>
            <pc:docMk/>
            <pc:sldMk cId="320822935" sldId="271"/>
            <ac:cxnSpMk id="17" creationId="{745CD498-5BC0-8ED8-FDF8-62F50292128D}"/>
          </ac:cxnSpMkLst>
        </pc:cxnChg>
        <pc:cxnChg chg="add mod">
          <ac:chgData name="全 香玉" userId="1f3450e5-81b9-4f7a-82d7-841c32c029e0" providerId="ADAL" clId="{670531AC-1667-4F97-B1A6-5D38F8A44A79}" dt="2026-07-23T02:04:10.928" v="1352" actId="1076"/>
          <ac:cxnSpMkLst>
            <pc:docMk/>
            <pc:sldMk cId="320822935" sldId="271"/>
            <ac:cxnSpMk id="18" creationId="{AB6349A2-576A-6C22-8143-16516B4E3C6E}"/>
          </ac:cxnSpMkLst>
        </pc:cxnChg>
        <pc:cxnChg chg="add mod">
          <ac:chgData name="全 香玉" userId="1f3450e5-81b9-4f7a-82d7-841c32c029e0" providerId="ADAL" clId="{670531AC-1667-4F97-B1A6-5D38F8A44A79}" dt="2026-07-23T02:04:10.928" v="1352" actId="1076"/>
          <ac:cxnSpMkLst>
            <pc:docMk/>
            <pc:sldMk cId="320822935" sldId="271"/>
            <ac:cxnSpMk id="19" creationId="{51D85B5F-A07F-7176-4009-7604BDECFB0A}"/>
          </ac:cxnSpMkLst>
        </pc:cxnChg>
        <pc:cxnChg chg="add mod ord">
          <ac:chgData name="全 香玉" userId="1f3450e5-81b9-4f7a-82d7-841c32c029e0" providerId="ADAL" clId="{670531AC-1667-4F97-B1A6-5D38F8A44A79}" dt="2026-07-23T02:05:00.554" v="1431" actId="167"/>
          <ac:cxnSpMkLst>
            <pc:docMk/>
            <pc:sldMk cId="320822935" sldId="271"/>
            <ac:cxnSpMk id="20" creationId="{4069FAE7-DCE3-8368-4C29-3D6328386224}"/>
          </ac:cxnSpMkLst>
        </pc:cxnChg>
        <pc:cxnChg chg="add mod">
          <ac:chgData name="全 香玉" userId="1f3450e5-81b9-4f7a-82d7-841c32c029e0" providerId="ADAL" clId="{670531AC-1667-4F97-B1A6-5D38F8A44A79}" dt="2026-07-23T02:23:43.122" v="2061" actId="14100"/>
          <ac:cxnSpMkLst>
            <pc:docMk/>
            <pc:sldMk cId="320822935" sldId="271"/>
            <ac:cxnSpMk id="42" creationId="{37DA9B1E-7E83-1C5A-34AE-7B7E7D6EAAF7}"/>
          </ac:cxnSpMkLst>
        </pc:cxnChg>
        <pc:cxnChg chg="add mod">
          <ac:chgData name="全 香玉" userId="1f3450e5-81b9-4f7a-82d7-841c32c029e0" providerId="ADAL" clId="{670531AC-1667-4F97-B1A6-5D38F8A44A79}" dt="2026-07-23T09:30:54.694" v="2382" actId="164"/>
          <ac:cxnSpMkLst>
            <pc:docMk/>
            <pc:sldMk cId="320822935" sldId="271"/>
            <ac:cxnSpMk id="45" creationId="{95E6A913-5B89-DE48-23E5-C409E51A29CF}"/>
          </ac:cxnSpMkLst>
        </pc:cxnChg>
        <pc:cxnChg chg="add mod">
          <ac:chgData name="全 香玉" userId="1f3450e5-81b9-4f7a-82d7-841c32c029e0" providerId="ADAL" clId="{670531AC-1667-4F97-B1A6-5D38F8A44A79}" dt="2026-07-23T09:30:54.694" v="2382" actId="164"/>
          <ac:cxnSpMkLst>
            <pc:docMk/>
            <pc:sldMk cId="320822935" sldId="271"/>
            <ac:cxnSpMk id="46" creationId="{288B4B7A-E52F-C99A-6E89-382554E3C11E}"/>
          </ac:cxnSpMkLst>
        </pc:cxnChg>
        <pc:cxnChg chg="add mod">
          <ac:chgData name="全 香玉" userId="1f3450e5-81b9-4f7a-82d7-841c32c029e0" providerId="ADAL" clId="{670531AC-1667-4F97-B1A6-5D38F8A44A79}" dt="2026-07-23T09:30:16.409" v="2374" actId="1076"/>
          <ac:cxnSpMkLst>
            <pc:docMk/>
            <pc:sldMk cId="320822935" sldId="271"/>
            <ac:cxnSpMk id="50" creationId="{4332A866-32C7-5247-FECA-A36AA40669A7}"/>
          </ac:cxnSpMkLst>
        </pc:cxnChg>
        <pc:cxnChg chg="mod">
          <ac:chgData name="全 香玉" userId="1f3450e5-81b9-4f7a-82d7-841c32c029e0" providerId="ADAL" clId="{670531AC-1667-4F97-B1A6-5D38F8A44A79}" dt="2026-07-23T02:19:56.377" v="1879" actId="1582"/>
          <ac:cxnSpMkLst>
            <pc:docMk/>
            <pc:sldMk cId="320822935" sldId="271"/>
            <ac:cxnSpMk id="129" creationId="{639B7E91-3F4A-EBBD-C91D-5768D1AF3314}"/>
          </ac:cxnSpMkLst>
        </pc:cxnChg>
        <pc:cxnChg chg="mod topLvl">
          <ac:chgData name="全 香玉" userId="1f3450e5-81b9-4f7a-82d7-841c32c029e0" providerId="ADAL" clId="{670531AC-1667-4F97-B1A6-5D38F8A44A79}" dt="2026-07-23T02:06:56.821" v="1555" actId="165"/>
          <ac:cxnSpMkLst>
            <pc:docMk/>
            <pc:sldMk cId="320822935" sldId="271"/>
            <ac:cxnSpMk id="131" creationId="{1F611055-F9A2-BD5C-B2D4-D911B7632ACE}"/>
          </ac:cxnSpMkLst>
        </pc:cxnChg>
        <pc:cxnChg chg="mod topLvl">
          <ac:chgData name="全 香玉" userId="1f3450e5-81b9-4f7a-82d7-841c32c029e0" providerId="ADAL" clId="{670531AC-1667-4F97-B1A6-5D38F8A44A79}" dt="2026-07-23T02:06:56.821" v="1555" actId="165"/>
          <ac:cxnSpMkLst>
            <pc:docMk/>
            <pc:sldMk cId="320822935" sldId="271"/>
            <ac:cxnSpMk id="132" creationId="{7E00D959-AC30-E395-E395-2F650D884ED1}"/>
          </ac:cxnSpMkLst>
        </pc:cxnChg>
        <pc:cxnChg chg="del mod topLvl">
          <ac:chgData name="全 香玉" userId="1f3450e5-81b9-4f7a-82d7-841c32c029e0" providerId="ADAL" clId="{670531AC-1667-4F97-B1A6-5D38F8A44A79}" dt="2026-07-23T02:11:47.122" v="1715" actId="478"/>
          <ac:cxnSpMkLst>
            <pc:docMk/>
            <pc:sldMk cId="320822935" sldId="271"/>
            <ac:cxnSpMk id="134" creationId="{520862A8-9786-241D-58B8-193971A1E7A9}"/>
          </ac:cxnSpMkLst>
        </pc:cxnChg>
        <pc:cxnChg chg="mod">
          <ac:chgData name="全 香玉" userId="1f3450e5-81b9-4f7a-82d7-841c32c029e0" providerId="ADAL" clId="{670531AC-1667-4F97-B1A6-5D38F8A44A79}" dt="2026-07-23T02:11:20.903" v="1673" actId="1076"/>
          <ac:cxnSpMkLst>
            <pc:docMk/>
            <pc:sldMk cId="320822935" sldId="271"/>
            <ac:cxnSpMk id="135" creationId="{8FD917A6-592F-607D-8BF3-628EDE51C2A5}"/>
          </ac:cxnSpMkLst>
        </pc:cxnChg>
        <pc:cxnChg chg="mod">
          <ac:chgData name="全 香玉" userId="1f3450e5-81b9-4f7a-82d7-841c32c029e0" providerId="ADAL" clId="{670531AC-1667-4F97-B1A6-5D38F8A44A79}" dt="2026-07-23T02:23:47.618" v="2062" actId="14100"/>
          <ac:cxnSpMkLst>
            <pc:docMk/>
            <pc:sldMk cId="320822935" sldId="271"/>
            <ac:cxnSpMk id="142" creationId="{AC96840D-D78E-8D7F-46E8-A471D899BA2F}"/>
          </ac:cxnSpMkLst>
        </pc:cxnChg>
        <pc:cxnChg chg="add del mod">
          <ac:chgData name="全 香玉" userId="1f3450e5-81b9-4f7a-82d7-841c32c029e0" providerId="ADAL" clId="{670531AC-1667-4F97-B1A6-5D38F8A44A79}" dt="2026-07-23T09:32:33.493" v="2405" actId="478"/>
          <ac:cxnSpMkLst>
            <pc:docMk/>
            <pc:sldMk cId="320822935" sldId="271"/>
            <ac:cxnSpMk id="146" creationId="{FD47928C-27B1-8612-A3A3-3DF7F25C429F}"/>
          </ac:cxnSpMkLst>
        </pc:cxnChg>
        <pc:cxnChg chg="add del mod">
          <ac:chgData name="全 香玉" userId="1f3450e5-81b9-4f7a-82d7-841c32c029e0" providerId="ADAL" clId="{670531AC-1667-4F97-B1A6-5D38F8A44A79}" dt="2026-07-23T09:32:27.206" v="2402" actId="478"/>
          <ac:cxnSpMkLst>
            <pc:docMk/>
            <pc:sldMk cId="320822935" sldId="271"/>
            <ac:cxnSpMk id="148" creationId="{819E9A56-F731-ABF1-19F4-12F7E09CA628}"/>
          </ac:cxnSpMkLst>
        </pc:cxnChg>
        <pc:cxnChg chg="del">
          <ac:chgData name="全 香玉" userId="1f3450e5-81b9-4f7a-82d7-841c32c029e0" providerId="ADAL" clId="{670531AC-1667-4F97-B1A6-5D38F8A44A79}" dt="2026-07-23T01:59:27.480" v="1137" actId="478"/>
          <ac:cxnSpMkLst>
            <pc:docMk/>
            <pc:sldMk cId="320822935" sldId="271"/>
            <ac:cxnSpMk id="153" creationId="{9C92DD70-9CA5-45C1-9F5E-239DC35EA5DE}"/>
          </ac:cxnSpMkLst>
        </pc:cxnChg>
        <pc:cxnChg chg="add del mod">
          <ac:chgData name="全 香玉" userId="1f3450e5-81b9-4f7a-82d7-841c32c029e0" providerId="ADAL" clId="{670531AC-1667-4F97-B1A6-5D38F8A44A79}" dt="2026-07-23T09:32:32.188" v="2404" actId="478"/>
          <ac:cxnSpMkLst>
            <pc:docMk/>
            <pc:sldMk cId="320822935" sldId="271"/>
            <ac:cxnSpMk id="154" creationId="{951DB6E8-98F0-CBFE-DA46-B8444A0D0701}"/>
          </ac:cxnSpMkLst>
        </pc:cxnChg>
        <pc:cxnChg chg="add del mod">
          <ac:chgData name="全 香玉" userId="1f3450e5-81b9-4f7a-82d7-841c32c029e0" providerId="ADAL" clId="{670531AC-1667-4F97-B1A6-5D38F8A44A79}" dt="2026-07-23T09:00:07.205" v="2365" actId="478"/>
          <ac:cxnSpMkLst>
            <pc:docMk/>
            <pc:sldMk cId="320822935" sldId="271"/>
            <ac:cxnSpMk id="157" creationId="{EA6F8B3E-060F-59D7-1A9D-50EDAFA3EAEF}"/>
          </ac:cxnSpMkLst>
        </pc:cxnChg>
        <pc:cxnChg chg="del">
          <ac:chgData name="全 香玉" userId="1f3450e5-81b9-4f7a-82d7-841c32c029e0" providerId="ADAL" clId="{670531AC-1667-4F97-B1A6-5D38F8A44A79}" dt="2026-07-23T01:59:26.058" v="1136" actId="478"/>
          <ac:cxnSpMkLst>
            <pc:docMk/>
            <pc:sldMk cId="320822935" sldId="271"/>
            <ac:cxnSpMk id="158" creationId="{43FFACA5-1E80-21CC-0BF1-E2812692B3AB}"/>
          </ac:cxnSpMkLst>
        </pc:cxnChg>
        <pc:cxnChg chg="del mod">
          <ac:chgData name="全 香玉" userId="1f3450e5-81b9-4f7a-82d7-841c32c029e0" providerId="ADAL" clId="{670531AC-1667-4F97-B1A6-5D38F8A44A79}" dt="2026-07-23T01:59:24.027" v="1135" actId="478"/>
          <ac:cxnSpMkLst>
            <pc:docMk/>
            <pc:sldMk cId="320822935" sldId="271"/>
            <ac:cxnSpMk id="159" creationId="{40E63A3C-2CCF-9E1B-206F-EEA09D4F499A}"/>
          </ac:cxnSpMkLst>
        </pc:cxnChg>
        <pc:cxnChg chg="mod">
          <ac:chgData name="全 香玉" userId="1f3450e5-81b9-4f7a-82d7-841c32c029e0" providerId="ADAL" clId="{670531AC-1667-4F97-B1A6-5D38F8A44A79}" dt="2026-07-23T02:24:55.826" v="2074" actId="14100"/>
          <ac:cxnSpMkLst>
            <pc:docMk/>
            <pc:sldMk cId="320822935" sldId="271"/>
            <ac:cxnSpMk id="160" creationId="{875859F5-07DC-22F0-BAEA-DDF1F9C71522}"/>
          </ac:cxnSpMkLst>
        </pc:cxnChg>
        <pc:cxnChg chg="add del mod">
          <ac:chgData name="全 香玉" userId="1f3450e5-81b9-4f7a-82d7-841c32c029e0" providerId="ADAL" clId="{670531AC-1667-4F97-B1A6-5D38F8A44A79}" dt="2026-07-23T09:32:30.949" v="2403" actId="478"/>
          <ac:cxnSpMkLst>
            <pc:docMk/>
            <pc:sldMk cId="320822935" sldId="271"/>
            <ac:cxnSpMk id="162" creationId="{9E3194D0-E3A7-E947-B8B6-A882A5BEF505}"/>
          </ac:cxnSpMkLst>
        </pc:cxnChg>
        <pc:cxnChg chg="mod">
          <ac:chgData name="全 香玉" userId="1f3450e5-81b9-4f7a-82d7-841c32c029e0" providerId="ADAL" clId="{670531AC-1667-4F97-B1A6-5D38F8A44A79}" dt="2026-07-23T02:10:58.347" v="1670" actId="1036"/>
          <ac:cxnSpMkLst>
            <pc:docMk/>
            <pc:sldMk cId="320822935" sldId="271"/>
            <ac:cxnSpMk id="163" creationId="{FD737309-5506-701E-4240-BC1D9CAB0CE3}"/>
          </ac:cxnSpMkLst>
        </pc:cxnChg>
        <pc:cxnChg chg="add mod">
          <ac:chgData name="全 香玉" userId="1f3450e5-81b9-4f7a-82d7-841c32c029e0" providerId="ADAL" clId="{670531AC-1667-4F97-B1A6-5D38F8A44A79}" dt="2026-07-23T10:46:50.570" v="2781" actId="164"/>
          <ac:cxnSpMkLst>
            <pc:docMk/>
            <pc:sldMk cId="320822935" sldId="271"/>
            <ac:cxnSpMk id="164" creationId="{25CAEF57-C271-9C79-7E48-CF3EBDE77D1E}"/>
          </ac:cxnSpMkLst>
        </pc:cxnChg>
        <pc:cxnChg chg="del">
          <ac:chgData name="全 香玉" userId="1f3450e5-81b9-4f7a-82d7-841c32c029e0" providerId="ADAL" clId="{670531AC-1667-4F97-B1A6-5D38F8A44A79}" dt="2026-07-23T02:00:58.669" v="1189" actId="478"/>
          <ac:cxnSpMkLst>
            <pc:docMk/>
            <pc:sldMk cId="320822935" sldId="271"/>
            <ac:cxnSpMk id="165" creationId="{34A2464D-2AD2-8FCC-DD4F-D9C8E6042047}"/>
          </ac:cxnSpMkLst>
        </pc:cxnChg>
        <pc:cxnChg chg="add mod ord">
          <ac:chgData name="全 香玉" userId="1f3450e5-81b9-4f7a-82d7-841c32c029e0" providerId="ADAL" clId="{670531AC-1667-4F97-B1A6-5D38F8A44A79}" dt="2026-07-23T10:10:18.362" v="2553" actId="208"/>
          <ac:cxnSpMkLst>
            <pc:docMk/>
            <pc:sldMk cId="320822935" sldId="271"/>
            <ac:cxnSpMk id="166" creationId="{004C5E66-F4D2-3765-6F44-66C141D4046C}"/>
          </ac:cxnSpMkLst>
        </pc:cxnChg>
        <pc:cxnChg chg="del">
          <ac:chgData name="全 香玉" userId="1f3450e5-81b9-4f7a-82d7-841c32c029e0" providerId="ADAL" clId="{670531AC-1667-4F97-B1A6-5D38F8A44A79}" dt="2026-07-23T02:00:58.669" v="1189" actId="478"/>
          <ac:cxnSpMkLst>
            <pc:docMk/>
            <pc:sldMk cId="320822935" sldId="271"/>
            <ac:cxnSpMk id="168" creationId="{9499294F-03AC-9884-2FB5-4B17B57F356A}"/>
          </ac:cxnSpMkLst>
        </pc:cxnChg>
        <pc:cxnChg chg="del">
          <ac:chgData name="全 香玉" userId="1f3450e5-81b9-4f7a-82d7-841c32c029e0" providerId="ADAL" clId="{670531AC-1667-4F97-B1A6-5D38F8A44A79}" dt="2026-07-23T02:00:58.669" v="1189" actId="478"/>
          <ac:cxnSpMkLst>
            <pc:docMk/>
            <pc:sldMk cId="320822935" sldId="271"/>
            <ac:cxnSpMk id="169" creationId="{330A9D0D-3042-4742-85E8-69FB1DBF4DA4}"/>
          </ac:cxnSpMkLst>
        </pc:cxnChg>
        <pc:cxnChg chg="del">
          <ac:chgData name="全 香玉" userId="1f3450e5-81b9-4f7a-82d7-841c32c029e0" providerId="ADAL" clId="{670531AC-1667-4F97-B1A6-5D38F8A44A79}" dt="2026-07-23T02:00:58.669" v="1189" actId="478"/>
          <ac:cxnSpMkLst>
            <pc:docMk/>
            <pc:sldMk cId="320822935" sldId="271"/>
            <ac:cxnSpMk id="170" creationId="{BE361835-1293-07D1-DB72-CD0FAD6EFD57}"/>
          </ac:cxnSpMkLst>
        </pc:cxnChg>
        <pc:cxnChg chg="mod">
          <ac:chgData name="全 香玉" userId="1f3450e5-81b9-4f7a-82d7-841c32c029e0" providerId="ADAL" clId="{670531AC-1667-4F97-B1A6-5D38F8A44A79}" dt="2026-07-23T02:02:24.758" v="1281" actId="1076"/>
          <ac:cxnSpMkLst>
            <pc:docMk/>
            <pc:sldMk cId="320822935" sldId="271"/>
            <ac:cxnSpMk id="173" creationId="{17626213-B6BE-4EBB-34E4-2244CACCEED0}"/>
          </ac:cxnSpMkLst>
        </pc:cxnChg>
        <pc:cxnChg chg="del">
          <ac:chgData name="全 香玉" userId="1f3450e5-81b9-4f7a-82d7-841c32c029e0" providerId="ADAL" clId="{670531AC-1667-4F97-B1A6-5D38F8A44A79}" dt="2026-07-23T02:00:58.669" v="1189" actId="478"/>
          <ac:cxnSpMkLst>
            <pc:docMk/>
            <pc:sldMk cId="320822935" sldId="271"/>
            <ac:cxnSpMk id="174" creationId="{023B8548-C31C-F75A-833F-1F1337BB6F93}"/>
          </ac:cxnSpMkLst>
        </pc:cxnChg>
        <pc:cxnChg chg="del">
          <ac:chgData name="全 香玉" userId="1f3450e5-81b9-4f7a-82d7-841c32c029e0" providerId="ADAL" clId="{670531AC-1667-4F97-B1A6-5D38F8A44A79}" dt="2026-07-23T02:00:58.669" v="1189" actId="478"/>
          <ac:cxnSpMkLst>
            <pc:docMk/>
            <pc:sldMk cId="320822935" sldId="271"/>
            <ac:cxnSpMk id="175" creationId="{71FF5CAF-0EA7-1028-63F0-5A58101360D9}"/>
          </ac:cxnSpMkLst>
        </pc:cxnChg>
        <pc:cxnChg chg="del">
          <ac:chgData name="全 香玉" userId="1f3450e5-81b9-4f7a-82d7-841c32c029e0" providerId="ADAL" clId="{670531AC-1667-4F97-B1A6-5D38F8A44A79}" dt="2026-07-23T02:00:58.669" v="1189" actId="478"/>
          <ac:cxnSpMkLst>
            <pc:docMk/>
            <pc:sldMk cId="320822935" sldId="271"/>
            <ac:cxnSpMk id="176" creationId="{EF61DF78-0C96-C432-2F45-B7DD221E3A2E}"/>
          </ac:cxnSpMkLst>
        </pc:cxnChg>
        <pc:cxnChg chg="add mod">
          <ac:chgData name="全 香玉" userId="1f3450e5-81b9-4f7a-82d7-841c32c029e0" providerId="ADAL" clId="{670531AC-1667-4F97-B1A6-5D38F8A44A79}" dt="2026-07-23T10:52:05.204" v="2815" actId="478"/>
          <ac:cxnSpMkLst>
            <pc:docMk/>
            <pc:sldMk cId="320822935" sldId="271"/>
            <ac:cxnSpMk id="185" creationId="{7BFF2DB0-2389-03AF-8790-D3724A3EE597}"/>
          </ac:cxnSpMkLst>
        </pc:cxnChg>
        <pc:cxnChg chg="add mod">
          <ac:chgData name="全 香玉" userId="1f3450e5-81b9-4f7a-82d7-841c32c029e0" providerId="ADAL" clId="{670531AC-1667-4F97-B1A6-5D38F8A44A79}" dt="2026-07-23T10:00:34.096" v="2523" actId="14100"/>
          <ac:cxnSpMkLst>
            <pc:docMk/>
            <pc:sldMk cId="320822935" sldId="271"/>
            <ac:cxnSpMk id="197" creationId="{7D87D7C4-658C-53CC-74C0-2BAEF419EBE3}"/>
          </ac:cxnSpMkLst>
        </pc:cxnChg>
        <pc:cxnChg chg="add mod">
          <ac:chgData name="全 香玉" userId="1f3450e5-81b9-4f7a-82d7-841c32c029e0" providerId="ADAL" clId="{670531AC-1667-4F97-B1A6-5D38F8A44A79}" dt="2026-07-23T10:46:50.570" v="2781" actId="164"/>
          <ac:cxnSpMkLst>
            <pc:docMk/>
            <pc:sldMk cId="320822935" sldId="271"/>
            <ac:cxnSpMk id="205" creationId="{DB172EC3-5292-4629-ECAE-0F59157851D4}"/>
          </ac:cxnSpMkLst>
        </pc:cxnChg>
        <pc:cxnChg chg="mod">
          <ac:chgData name="全 香玉" userId="1f3450e5-81b9-4f7a-82d7-841c32c029e0" providerId="ADAL" clId="{670531AC-1667-4F97-B1A6-5D38F8A44A79}" dt="2026-07-23T02:27:22.822" v="2097" actId="14100"/>
          <ac:cxnSpMkLst>
            <pc:docMk/>
            <pc:sldMk cId="320822935" sldId="271"/>
            <ac:cxnSpMk id="208" creationId="{6B74278D-C87D-8862-29F7-368C42A6F1E5}"/>
          </ac:cxnSpMkLst>
        </pc:cxnChg>
        <pc:cxnChg chg="add del mod">
          <ac:chgData name="全 香玉" userId="1f3450e5-81b9-4f7a-82d7-841c32c029e0" providerId="ADAL" clId="{670531AC-1667-4F97-B1A6-5D38F8A44A79}" dt="2026-07-23T09:40:24.966" v="2454" actId="478"/>
          <ac:cxnSpMkLst>
            <pc:docMk/>
            <pc:sldMk cId="320822935" sldId="271"/>
            <ac:cxnSpMk id="209" creationId="{7857D8B4-8831-36F0-F150-C1BE6756A855}"/>
          </ac:cxnSpMkLst>
        </pc:cxnChg>
        <pc:cxnChg chg="add del mod">
          <ac:chgData name="全 香玉" userId="1f3450e5-81b9-4f7a-82d7-841c32c029e0" providerId="ADAL" clId="{670531AC-1667-4F97-B1A6-5D38F8A44A79}" dt="2026-07-23T09:40:35.958" v="2457" actId="478"/>
          <ac:cxnSpMkLst>
            <pc:docMk/>
            <pc:sldMk cId="320822935" sldId="271"/>
            <ac:cxnSpMk id="211" creationId="{FBBDD0D9-9775-4832-DF6E-2896B87E2779}"/>
          </ac:cxnSpMkLst>
        </pc:cxnChg>
        <pc:cxnChg chg="add mod">
          <ac:chgData name="全 香玉" userId="1f3450e5-81b9-4f7a-82d7-841c32c029e0" providerId="ADAL" clId="{670531AC-1667-4F97-B1A6-5D38F8A44A79}" dt="2026-07-23T10:46:50.570" v="2781" actId="164"/>
          <ac:cxnSpMkLst>
            <pc:docMk/>
            <pc:sldMk cId="320822935" sldId="271"/>
            <ac:cxnSpMk id="215" creationId="{3F0DEE14-9B17-D157-D366-E1C27C1DC482}"/>
          </ac:cxnSpMkLst>
        </pc:cxnChg>
        <pc:cxnChg chg="add mod">
          <ac:chgData name="全 香玉" userId="1f3450e5-81b9-4f7a-82d7-841c32c029e0" providerId="ADAL" clId="{670531AC-1667-4F97-B1A6-5D38F8A44A79}" dt="2026-07-23T10:10:18.362" v="2553" actId="208"/>
          <ac:cxnSpMkLst>
            <pc:docMk/>
            <pc:sldMk cId="320822935" sldId="271"/>
            <ac:cxnSpMk id="218" creationId="{F1B4D3CC-73A0-8F1F-0131-914F8B641E98}"/>
          </ac:cxnSpMkLst>
        </pc:cxnChg>
        <pc:cxnChg chg="add mod">
          <ac:chgData name="全 香玉" userId="1f3450e5-81b9-4f7a-82d7-841c32c029e0" providerId="ADAL" clId="{670531AC-1667-4F97-B1A6-5D38F8A44A79}" dt="2026-07-23T10:10:18.362" v="2553" actId="208"/>
          <ac:cxnSpMkLst>
            <pc:docMk/>
            <pc:sldMk cId="320822935" sldId="271"/>
            <ac:cxnSpMk id="219" creationId="{6B31631A-0F07-FFD3-DA27-78CDC3C6834B}"/>
          </ac:cxnSpMkLst>
        </pc:cxnChg>
        <pc:cxnChg chg="add mod">
          <ac:chgData name="全 香玉" userId="1f3450e5-81b9-4f7a-82d7-841c32c029e0" providerId="ADAL" clId="{670531AC-1667-4F97-B1A6-5D38F8A44A79}" dt="2026-07-23T10:11:05.893" v="2559" actId="1076"/>
          <ac:cxnSpMkLst>
            <pc:docMk/>
            <pc:sldMk cId="320822935" sldId="271"/>
            <ac:cxnSpMk id="221" creationId="{105EB2EC-A13D-7617-536A-E4BAEEA14F2F}"/>
          </ac:cxnSpMkLst>
        </pc:cxnChg>
        <pc:cxnChg chg="add del mod">
          <ac:chgData name="全 香玉" userId="1f3450e5-81b9-4f7a-82d7-841c32c029e0" providerId="ADAL" clId="{670531AC-1667-4F97-B1A6-5D38F8A44A79}" dt="2026-07-23T09:58:02.497" v="2511" actId="478"/>
          <ac:cxnSpMkLst>
            <pc:docMk/>
            <pc:sldMk cId="320822935" sldId="271"/>
            <ac:cxnSpMk id="224" creationId="{AB8EEDBE-110B-D203-6E91-6FE4BC983D01}"/>
          </ac:cxnSpMkLst>
        </pc:cxnChg>
        <pc:cxnChg chg="add mod">
          <ac:chgData name="全 香玉" userId="1f3450e5-81b9-4f7a-82d7-841c32c029e0" providerId="ADAL" clId="{670531AC-1667-4F97-B1A6-5D38F8A44A79}" dt="2026-07-23T10:52:05.204" v="2815" actId="478"/>
          <ac:cxnSpMkLst>
            <pc:docMk/>
            <pc:sldMk cId="320822935" sldId="271"/>
            <ac:cxnSpMk id="231" creationId="{20236023-DCE5-CA6A-B03F-99043A274337}"/>
          </ac:cxnSpMkLst>
        </pc:cxnChg>
        <pc:cxnChg chg="add del mod">
          <ac:chgData name="全 香玉" userId="1f3450e5-81b9-4f7a-82d7-841c32c029e0" providerId="ADAL" clId="{670531AC-1667-4F97-B1A6-5D38F8A44A79}" dt="2026-07-23T10:06:58.155" v="2542" actId="11529"/>
          <ac:cxnSpMkLst>
            <pc:docMk/>
            <pc:sldMk cId="320822935" sldId="271"/>
            <ac:cxnSpMk id="235" creationId="{1154FAD0-9CF4-C2AC-0ED6-42CFC8EF609F}"/>
          </ac:cxnSpMkLst>
        </pc:cxnChg>
        <pc:cxnChg chg="add mod">
          <ac:chgData name="全 香玉" userId="1f3450e5-81b9-4f7a-82d7-841c32c029e0" providerId="ADAL" clId="{670531AC-1667-4F97-B1A6-5D38F8A44A79}" dt="2026-07-23T10:11:13.820" v="2563" actId="1076"/>
          <ac:cxnSpMkLst>
            <pc:docMk/>
            <pc:sldMk cId="320822935" sldId="271"/>
            <ac:cxnSpMk id="241" creationId="{AFA5CF65-990C-2E54-7C2F-B57FBF9F2A53}"/>
          </ac:cxnSpMkLst>
        </pc:cxnChg>
        <pc:cxnChg chg="add mod">
          <ac:chgData name="全 香玉" userId="1f3450e5-81b9-4f7a-82d7-841c32c029e0" providerId="ADAL" clId="{670531AC-1667-4F97-B1A6-5D38F8A44A79}" dt="2026-07-23T10:46:50.570" v="2781" actId="164"/>
          <ac:cxnSpMkLst>
            <pc:docMk/>
            <pc:sldMk cId="320822935" sldId="271"/>
            <ac:cxnSpMk id="242" creationId="{CB088162-0339-CBA8-0522-22CCA640CBBF}"/>
          </ac:cxnSpMkLst>
        </pc:cxnChg>
        <pc:cxnChg chg="add del mod">
          <ac:chgData name="全 香玉" userId="1f3450e5-81b9-4f7a-82d7-841c32c029e0" providerId="ADAL" clId="{670531AC-1667-4F97-B1A6-5D38F8A44A79}" dt="2026-07-23T10:21:26.889" v="2585" actId="478"/>
          <ac:cxnSpMkLst>
            <pc:docMk/>
            <pc:sldMk cId="320822935" sldId="271"/>
            <ac:cxnSpMk id="243" creationId="{805DDF42-205F-9055-663B-C1D38DEAB966}"/>
          </ac:cxnSpMkLst>
        </pc:cxnChg>
        <pc:cxnChg chg="add del">
          <ac:chgData name="全 香玉" userId="1f3450e5-81b9-4f7a-82d7-841c32c029e0" providerId="ADAL" clId="{670531AC-1667-4F97-B1A6-5D38F8A44A79}" dt="2026-07-23T10:17:46.229" v="2571" actId="478"/>
          <ac:cxnSpMkLst>
            <pc:docMk/>
            <pc:sldMk cId="320822935" sldId="271"/>
            <ac:cxnSpMk id="247" creationId="{BD4A2DC6-C97D-4CE1-5F46-D6B881A413A1}"/>
          </ac:cxnSpMkLst>
        </pc:cxnChg>
        <pc:cxnChg chg="add del mod">
          <ac:chgData name="全 香玉" userId="1f3450e5-81b9-4f7a-82d7-841c32c029e0" providerId="ADAL" clId="{670531AC-1667-4F97-B1A6-5D38F8A44A79}" dt="2026-07-23T10:21:32.332" v="2587" actId="478"/>
          <ac:cxnSpMkLst>
            <pc:docMk/>
            <pc:sldMk cId="320822935" sldId="271"/>
            <ac:cxnSpMk id="248" creationId="{196F661A-AC4E-79A0-E7C1-09275430531B}"/>
          </ac:cxnSpMkLst>
        </pc:cxnChg>
        <pc:cxnChg chg="add del mod">
          <ac:chgData name="全 香玉" userId="1f3450e5-81b9-4f7a-82d7-841c32c029e0" providerId="ADAL" clId="{670531AC-1667-4F97-B1A6-5D38F8A44A79}" dt="2026-07-23T10:21:29.660" v="2586" actId="478"/>
          <ac:cxnSpMkLst>
            <pc:docMk/>
            <pc:sldMk cId="320822935" sldId="271"/>
            <ac:cxnSpMk id="250" creationId="{4D3C5614-8BA6-2950-3594-5A6F3C5E6342}"/>
          </ac:cxnSpMkLst>
        </pc:cxnChg>
        <pc:cxnChg chg="add del mod">
          <ac:chgData name="全 香玉" userId="1f3450e5-81b9-4f7a-82d7-841c32c029e0" providerId="ADAL" clId="{670531AC-1667-4F97-B1A6-5D38F8A44A79}" dt="2026-07-23T10:19:32.935" v="2583" actId="478"/>
          <ac:cxnSpMkLst>
            <pc:docMk/>
            <pc:sldMk cId="320822935" sldId="271"/>
            <ac:cxnSpMk id="252" creationId="{2C034CD1-91A2-9E0E-BEB8-231013CA93C7}"/>
          </ac:cxnSpMkLst>
        </pc:cxnChg>
        <pc:cxnChg chg="add del">
          <ac:chgData name="全 香玉" userId="1f3450e5-81b9-4f7a-82d7-841c32c029e0" providerId="ADAL" clId="{670531AC-1667-4F97-B1A6-5D38F8A44A79}" dt="2026-07-23T10:26:23.587" v="2610" actId="478"/>
          <ac:cxnSpMkLst>
            <pc:docMk/>
            <pc:sldMk cId="320822935" sldId="271"/>
            <ac:cxnSpMk id="257" creationId="{E31BE453-0124-561A-4873-0C8E12F550F4}"/>
          </ac:cxnSpMkLst>
        </pc:cxnChg>
        <pc:cxnChg chg="add del mod">
          <ac:chgData name="全 香玉" userId="1f3450e5-81b9-4f7a-82d7-841c32c029e0" providerId="ADAL" clId="{670531AC-1667-4F97-B1A6-5D38F8A44A79}" dt="2026-07-23T10:26:24.504" v="2611" actId="478"/>
          <ac:cxnSpMkLst>
            <pc:docMk/>
            <pc:sldMk cId="320822935" sldId="271"/>
            <ac:cxnSpMk id="258" creationId="{2576EF54-8430-6859-779B-6405AFA4D0B6}"/>
          </ac:cxnSpMkLst>
        </pc:cxnChg>
        <pc:cxnChg chg="add del mod">
          <ac:chgData name="全 香玉" userId="1f3450e5-81b9-4f7a-82d7-841c32c029e0" providerId="ADAL" clId="{670531AC-1667-4F97-B1A6-5D38F8A44A79}" dt="2026-07-23T10:43:13.648" v="2759" actId="1076"/>
          <ac:cxnSpMkLst>
            <pc:docMk/>
            <pc:sldMk cId="320822935" sldId="271"/>
            <ac:cxnSpMk id="262" creationId="{C244CA01-9C7F-E6A5-05AE-CF9E4D986776}"/>
          </ac:cxnSpMkLst>
        </pc:cxnChg>
        <pc:cxnChg chg="add mod">
          <ac:chgData name="全 香玉" userId="1f3450e5-81b9-4f7a-82d7-841c32c029e0" providerId="ADAL" clId="{670531AC-1667-4F97-B1A6-5D38F8A44A79}" dt="2026-07-23T10:43:10.260" v="2758" actId="1076"/>
          <ac:cxnSpMkLst>
            <pc:docMk/>
            <pc:sldMk cId="320822935" sldId="271"/>
            <ac:cxnSpMk id="267" creationId="{4E0BFC17-FF4B-6DA9-8A87-74714C34FD9B}"/>
          </ac:cxnSpMkLst>
        </pc:cxnChg>
        <pc:cxnChg chg="add mod">
          <ac:chgData name="全 香玉" userId="1f3450e5-81b9-4f7a-82d7-841c32c029e0" providerId="ADAL" clId="{670531AC-1667-4F97-B1A6-5D38F8A44A79}" dt="2026-07-23T10:43:05.828" v="2757" actId="14100"/>
          <ac:cxnSpMkLst>
            <pc:docMk/>
            <pc:sldMk cId="320822935" sldId="271"/>
            <ac:cxnSpMk id="273" creationId="{124A14AB-C677-0625-0876-6F8E81493924}"/>
          </ac:cxnSpMkLst>
        </pc:cxnChg>
        <pc:cxnChg chg="add del mod">
          <ac:chgData name="全 香玉" userId="1f3450e5-81b9-4f7a-82d7-841c32c029e0" providerId="ADAL" clId="{670531AC-1667-4F97-B1A6-5D38F8A44A79}" dt="2026-07-23T10:52:10.187" v="2818" actId="478"/>
          <ac:cxnSpMkLst>
            <pc:docMk/>
            <pc:sldMk cId="320822935" sldId="271"/>
            <ac:cxnSpMk id="276" creationId="{5A363A23-732C-48FB-5F27-5EDA1C3F2464}"/>
          </ac:cxnSpMkLst>
        </pc:cxnChg>
      </pc:sldChg>
      <pc:sldChg chg="addSp modSp add mod">
        <pc:chgData name="全 香玉" userId="1f3450e5-81b9-4f7a-82d7-841c32c029e0" providerId="ADAL" clId="{670531AC-1667-4F97-B1A6-5D38F8A44A79}" dt="2026-07-23T02:36:21.628" v="2328"/>
        <pc:sldMkLst>
          <pc:docMk/>
          <pc:sldMk cId="3765132764" sldId="272"/>
        </pc:sldMkLst>
        <pc:spChg chg="add mod">
          <ac:chgData name="全 香玉" userId="1f3450e5-81b9-4f7a-82d7-841c32c029e0" providerId="ADAL" clId="{670531AC-1667-4F97-B1A6-5D38F8A44A79}" dt="2026-07-23T02:36:21.628" v="2328"/>
          <ac:spMkLst>
            <pc:docMk/>
            <pc:sldMk cId="3765132764" sldId="272"/>
            <ac:spMk id="3" creationId="{60F48FD9-03D9-85AB-75A4-844BE93043CC}"/>
          </ac:spMkLst>
        </pc:spChg>
        <pc:cxnChg chg="mod">
          <ac:chgData name="全 香玉" userId="1f3450e5-81b9-4f7a-82d7-841c32c029e0" providerId="ADAL" clId="{670531AC-1667-4F97-B1A6-5D38F8A44A79}" dt="2026-07-23T02:27:37.988" v="2098" actId="14100"/>
          <ac:cxnSpMkLst>
            <pc:docMk/>
            <pc:sldMk cId="3765132764" sldId="272"/>
            <ac:cxnSpMk id="208" creationId="{BCB8AD9C-EC91-B69E-699F-E113CD1D22CA}"/>
          </ac:cxnSpMkLst>
        </pc:cxnChg>
      </pc:sldChg>
      <pc:sldChg chg="addSp delSp modSp add mod">
        <pc:chgData name="全 香玉" userId="1f3450e5-81b9-4f7a-82d7-841c32c029e0" providerId="ADAL" clId="{670531AC-1667-4F97-B1A6-5D38F8A44A79}" dt="2026-07-23T10:51:14.781" v="2813" actId="167"/>
        <pc:sldMkLst>
          <pc:docMk/>
          <pc:sldMk cId="1669152728" sldId="273"/>
        </pc:sldMkLst>
        <pc:spChg chg="del mod">
          <ac:chgData name="全 香玉" userId="1f3450e5-81b9-4f7a-82d7-841c32c029e0" providerId="ADAL" clId="{670531AC-1667-4F97-B1A6-5D38F8A44A79}" dt="2026-07-23T10:49:01.605" v="2798" actId="478"/>
          <ac:spMkLst>
            <pc:docMk/>
            <pc:sldMk cId="1669152728" sldId="273"/>
            <ac:spMk id="260" creationId="{23190031-BA3D-A9F5-7152-99078F2BE0D3}"/>
          </ac:spMkLst>
        </pc:spChg>
        <pc:spChg chg="mod">
          <ac:chgData name="全 香玉" userId="1f3450e5-81b9-4f7a-82d7-841c32c029e0" providerId="ADAL" clId="{670531AC-1667-4F97-B1A6-5D38F8A44A79}" dt="2026-07-23T10:50:35.350" v="2808" actId="1076"/>
          <ac:spMkLst>
            <pc:docMk/>
            <pc:sldMk cId="1669152728" sldId="273"/>
            <ac:spMk id="278" creationId="{8D9FA2DC-0E53-E479-45CD-338719FAA1E2}"/>
          </ac:spMkLst>
        </pc:spChg>
        <pc:spChg chg="mod">
          <ac:chgData name="全 香玉" userId="1f3450e5-81b9-4f7a-82d7-841c32c029e0" providerId="ADAL" clId="{670531AC-1667-4F97-B1A6-5D38F8A44A79}" dt="2026-07-23T10:50:35.350" v="2808" actId="1076"/>
          <ac:spMkLst>
            <pc:docMk/>
            <pc:sldMk cId="1669152728" sldId="273"/>
            <ac:spMk id="279" creationId="{B018BA33-4E8F-2B27-A7A4-DC5F0B4EB6B2}"/>
          </ac:spMkLst>
        </pc:spChg>
        <pc:spChg chg="mod">
          <ac:chgData name="全 香玉" userId="1f3450e5-81b9-4f7a-82d7-841c32c029e0" providerId="ADAL" clId="{670531AC-1667-4F97-B1A6-5D38F8A44A79}" dt="2026-07-23T10:50:35.350" v="2808" actId="1076"/>
          <ac:spMkLst>
            <pc:docMk/>
            <pc:sldMk cId="1669152728" sldId="273"/>
            <ac:spMk id="283" creationId="{5CBEC4DF-8416-53BE-62FA-AB584CA2FDC3}"/>
          </ac:spMkLst>
        </pc:spChg>
        <pc:spChg chg="mod">
          <ac:chgData name="全 香玉" userId="1f3450e5-81b9-4f7a-82d7-841c32c029e0" providerId="ADAL" clId="{670531AC-1667-4F97-B1A6-5D38F8A44A79}" dt="2026-07-23T10:50:35.350" v="2808" actId="1076"/>
          <ac:spMkLst>
            <pc:docMk/>
            <pc:sldMk cId="1669152728" sldId="273"/>
            <ac:spMk id="284" creationId="{EEDDE005-8C39-0DF2-9F3E-0912B2A0A016}"/>
          </ac:spMkLst>
        </pc:spChg>
        <pc:spChg chg="mod">
          <ac:chgData name="全 香玉" userId="1f3450e5-81b9-4f7a-82d7-841c32c029e0" providerId="ADAL" clId="{670531AC-1667-4F97-B1A6-5D38F8A44A79}" dt="2026-07-23T10:51:11.552" v="2812" actId="165"/>
          <ac:spMkLst>
            <pc:docMk/>
            <pc:sldMk cId="1669152728" sldId="273"/>
            <ac:spMk id="287" creationId="{C920431D-B32D-9B75-6171-7D166C2F7CD5}"/>
          </ac:spMkLst>
        </pc:spChg>
        <pc:spChg chg="mod ord topLvl">
          <ac:chgData name="全 香玉" userId="1f3450e5-81b9-4f7a-82d7-841c32c029e0" providerId="ADAL" clId="{670531AC-1667-4F97-B1A6-5D38F8A44A79}" dt="2026-07-23T10:51:14.781" v="2813" actId="167"/>
          <ac:spMkLst>
            <pc:docMk/>
            <pc:sldMk cId="1669152728" sldId="273"/>
            <ac:spMk id="291" creationId="{4032F71E-450D-7E1F-90C2-0635FB33D38F}"/>
          </ac:spMkLst>
        </pc:spChg>
        <pc:grpChg chg="add del mod">
          <ac:chgData name="全 香玉" userId="1f3450e5-81b9-4f7a-82d7-841c32c029e0" providerId="ADAL" clId="{670531AC-1667-4F97-B1A6-5D38F8A44A79}" dt="2026-07-23T10:49:22.313" v="2801" actId="165"/>
          <ac:grpSpMkLst>
            <pc:docMk/>
            <pc:sldMk cId="1669152728" sldId="273"/>
            <ac:grpSpMk id="2" creationId="{4008402C-532C-C434-B6FD-F109BDB99C8C}"/>
          </ac:grpSpMkLst>
        </pc:grpChg>
        <pc:grpChg chg="add del mod">
          <ac:chgData name="全 香玉" userId="1f3450e5-81b9-4f7a-82d7-841c32c029e0" providerId="ADAL" clId="{670531AC-1667-4F97-B1A6-5D38F8A44A79}" dt="2026-07-23T10:51:11.552" v="2812" actId="165"/>
          <ac:grpSpMkLst>
            <pc:docMk/>
            <pc:sldMk cId="1669152728" sldId="273"/>
            <ac:grpSpMk id="3" creationId="{A03EEE1C-2A4B-58FA-D46B-770FC66B5A75}"/>
          </ac:grpSpMkLst>
        </pc:grpChg>
        <pc:grpChg chg="del">
          <ac:chgData name="全 香玉" userId="1f3450e5-81b9-4f7a-82d7-841c32c029e0" providerId="ADAL" clId="{670531AC-1667-4F97-B1A6-5D38F8A44A79}" dt="2026-07-23T10:48:26.037" v="2790" actId="478"/>
          <ac:grpSpMkLst>
            <pc:docMk/>
            <pc:sldMk cId="1669152728" sldId="273"/>
            <ac:grpSpMk id="171" creationId="{0F75828E-79BC-C379-1376-38C2236C7574}"/>
          </ac:grpSpMkLst>
        </pc:grpChg>
        <pc:grpChg chg="mod">
          <ac:chgData name="全 香玉" userId="1f3450e5-81b9-4f7a-82d7-841c32c029e0" providerId="ADAL" clId="{670531AC-1667-4F97-B1A6-5D38F8A44A79}" dt="2026-07-23T10:51:11.552" v="2812" actId="165"/>
          <ac:grpSpMkLst>
            <pc:docMk/>
            <pc:sldMk cId="1669152728" sldId="273"/>
            <ac:grpSpMk id="285" creationId="{91EC8264-C0A6-E592-A000-854BC2F983D4}"/>
          </ac:grpSpMkLst>
        </pc:grpChg>
        <pc:grpChg chg="mod topLvl">
          <ac:chgData name="全 香玉" userId="1f3450e5-81b9-4f7a-82d7-841c32c029e0" providerId="ADAL" clId="{670531AC-1667-4F97-B1A6-5D38F8A44A79}" dt="2026-07-23T10:51:11.552" v="2812" actId="165"/>
          <ac:grpSpMkLst>
            <pc:docMk/>
            <pc:sldMk cId="1669152728" sldId="273"/>
            <ac:grpSpMk id="288" creationId="{30BE6C6D-F483-1CBB-45F0-9DCB9570A1C0}"/>
          </ac:grpSpMkLst>
        </pc:grpChg>
        <pc:grpChg chg="mod">
          <ac:chgData name="全 香玉" userId="1f3450e5-81b9-4f7a-82d7-841c32c029e0" providerId="ADAL" clId="{670531AC-1667-4F97-B1A6-5D38F8A44A79}" dt="2026-07-23T10:48:50.148" v="2796" actId="1076"/>
          <ac:grpSpMkLst>
            <pc:docMk/>
            <pc:sldMk cId="1669152728" sldId="273"/>
            <ac:grpSpMk id="289" creationId="{03A168F5-7312-7202-0397-C4E305F5CCAE}"/>
          </ac:grpSpMkLst>
        </pc:grpChg>
        <pc:cxnChg chg="mod">
          <ac:chgData name="全 香玉" userId="1f3450e5-81b9-4f7a-82d7-841c32c029e0" providerId="ADAL" clId="{670531AC-1667-4F97-B1A6-5D38F8A44A79}" dt="2026-07-23T10:48:26.037" v="2790" actId="478"/>
          <ac:cxnSpMkLst>
            <pc:docMk/>
            <pc:sldMk cId="1669152728" sldId="273"/>
            <ac:cxnSpMk id="50" creationId="{485C4F42-9E02-CFE2-4904-B894E4BBCA54}"/>
          </ac:cxnSpMkLst>
        </pc:cxnChg>
        <pc:cxnChg chg="mod">
          <ac:chgData name="全 香玉" userId="1f3450e5-81b9-4f7a-82d7-841c32c029e0" providerId="ADAL" clId="{670531AC-1667-4F97-B1A6-5D38F8A44A79}" dt="2026-07-23T10:51:11.552" v="2812" actId="165"/>
          <ac:cxnSpMkLst>
            <pc:docMk/>
            <pc:sldMk cId="1669152728" sldId="273"/>
            <ac:cxnSpMk id="262" creationId="{25A0D2BA-7ADE-0412-0654-A3E9C40279B3}"/>
          </ac:cxnSpMkLst>
        </pc:cxnChg>
        <pc:cxnChg chg="mod">
          <ac:chgData name="全 香玉" userId="1f3450e5-81b9-4f7a-82d7-841c32c029e0" providerId="ADAL" clId="{670531AC-1667-4F97-B1A6-5D38F8A44A79}" dt="2026-07-23T10:51:11.552" v="2812" actId="165"/>
          <ac:cxnSpMkLst>
            <pc:docMk/>
            <pc:sldMk cId="1669152728" sldId="273"/>
            <ac:cxnSpMk id="267" creationId="{436164A0-B519-2103-643E-DEB888D4664D}"/>
          </ac:cxnSpMkLst>
        </pc:cxnChg>
        <pc:cxnChg chg="mod">
          <ac:chgData name="全 香玉" userId="1f3450e5-81b9-4f7a-82d7-841c32c029e0" providerId="ADAL" clId="{670531AC-1667-4F97-B1A6-5D38F8A44A79}" dt="2026-07-23T10:51:11.552" v="2812" actId="165"/>
          <ac:cxnSpMkLst>
            <pc:docMk/>
            <pc:sldMk cId="1669152728" sldId="273"/>
            <ac:cxnSpMk id="273" creationId="{4EDEC711-BDB5-9BCC-827D-BD5449A7DDBD}"/>
          </ac:cxnSpMkLst>
        </pc:cxnChg>
        <pc:cxnChg chg="mod">
          <ac:chgData name="全 香玉" userId="1f3450e5-81b9-4f7a-82d7-841c32c029e0" providerId="ADAL" clId="{670531AC-1667-4F97-B1A6-5D38F8A44A79}" dt="2026-07-23T10:50:35.350" v="2808" actId="1076"/>
          <ac:cxnSpMkLst>
            <pc:docMk/>
            <pc:sldMk cId="1669152728" sldId="273"/>
            <ac:cxnSpMk id="276" creationId="{BA564435-F521-B91F-43D9-65F5C51DAF26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8D820-031F-C155-658F-D31E848AF1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93D172-40B0-E97D-09C8-549326A650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296EF-7148-1B33-9E8B-622C2F4BD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62BAA-37B0-671A-27EF-EA558BBE1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71AF0-FC79-F772-0399-08DF24CA6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5589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A2E07-14BC-52BF-C142-AFE2FECD5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922C6-949D-B449-0133-49AD026F0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68A9E-4B75-3866-1A08-CEBC5B56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EDBBA-62DC-52CB-DFE8-A8F03B008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37B88-03CB-4111-0B72-0FA76CDFA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9492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00A02-E4AB-290D-4EDA-CD8B5C4EA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C72AB-3066-065B-061D-999A1BE455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28F8D-EB12-3836-BA5E-F3C46C391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BEE4D0-194D-C7E0-2856-0130DDBC7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E7B810-B5C1-C5E3-6A8B-C69E96868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3400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E1ADF-1CA5-2251-CAEC-17E0202B2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25749-D798-3E0F-23FC-323DB9F21B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897E0-5B18-7007-3E83-6F29C6CCFB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DB549D-02EF-5A6A-53A0-E3CBBEF8C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5B86B8-854D-88BA-B46B-EAC61325C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25B5D5-61D1-2EAB-F705-9D5D61567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1875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910CB-B44D-AD78-5516-1B5FA06F6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53A19E-533A-B2FE-D354-C8528D98E6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A4E22-D6DB-4960-F892-58333B4C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FE98D3-2FDE-36CB-465D-2AC085A654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B5920A-FCA6-0B45-B88E-D86CC22862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470644-8BCC-F56C-8A91-A6BC023AF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EA36C6-3891-2425-AA95-58EDBACE5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5D4073-A300-EFBD-E1B6-B56F64CF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447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49677-66BC-C78A-AB34-DC844FA52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E311B9-4C41-F3E3-8952-E4CBD80E2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7CB601-5AAF-8F44-1A28-1B74B8EED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2D70BD-3CDC-22BF-0ABE-D592F2D17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2084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BAB4B1-3C5F-5F97-CD03-097119618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141C8A-5AF9-F369-BADD-3A0288645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FAA44-3B67-0905-A5D5-62759AB11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4118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F8169-4717-B27A-8007-69D43625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F096B-3FC3-D62B-BA96-C6D42E708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42ED3E-DE19-4C88-403F-D54DDF4538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D0C8F3-52E8-2470-4659-D74BD836F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3CFEE0-9629-16C1-9C30-5B97F4473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A35DA-9753-9493-71F1-5570A7C95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5514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41CCF-20C1-C1D6-D9B0-C4F33E86C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3C56AD-E2B5-5EA8-DCA2-7D2FCBDF2A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90BF7B-A27C-56AA-42A0-3E3CFEE333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E1237C-AB00-8601-51CC-1F68FA1F5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D41FC2-3B58-93B2-6543-F5DA9F1BD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B9A906-D183-D636-FBBF-230F807A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5380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462BF-D7C0-4223-6C62-41BE218F9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389B9-80E8-8598-8A36-7BECECB1B7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52458-328A-DE40-E2B2-BF72BF1D6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27438-4955-0F17-39DA-ECC53569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819F65-5AB3-B7F5-52A5-7C05A59D3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7616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3C1975-4042-14C2-4DB1-83801940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3191B6-2E18-2E20-E534-6ECF113A97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616EF-4319-9577-75EC-EB5D20D25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F8FBC-4458-9EEF-061D-561865DC4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8605E-85CD-8251-EAE5-2DA9F89BE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1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F7F8EC-1407-EA1B-6738-9C2694E4F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5FCD47-A315-C555-1FC9-5EB103315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5EA92-C369-648B-C30C-2DD2F445B3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36E18D-A30F-4D3C-BC15-86FA9E93A319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B6E9B-B634-2858-522D-9C6FBCA698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19D5B-FE12-4441-943F-FF16F2091C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9378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3AFD80-202B-6481-4CB4-8D0A4176DCBF}"/>
              </a:ext>
            </a:extLst>
          </p:cNvPr>
          <p:cNvSpPr/>
          <p:nvPr/>
        </p:nvSpPr>
        <p:spPr>
          <a:xfrm>
            <a:off x="2863850" y="2660650"/>
            <a:ext cx="2997200" cy="831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D1A219-A23A-E5A5-FBD4-9DAD99C53989}"/>
              </a:ext>
            </a:extLst>
          </p:cNvPr>
          <p:cNvSpPr/>
          <p:nvPr/>
        </p:nvSpPr>
        <p:spPr>
          <a:xfrm>
            <a:off x="2863850" y="2397124"/>
            <a:ext cx="2997200" cy="13874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3631DC6-A275-95D4-1919-7EBE9DF736C7}"/>
              </a:ext>
            </a:extLst>
          </p:cNvPr>
          <p:cNvCxnSpPr>
            <a:cxnSpLocks/>
          </p:cNvCxnSpPr>
          <p:nvPr/>
        </p:nvCxnSpPr>
        <p:spPr>
          <a:xfrm flipV="1">
            <a:off x="3898900" y="2676525"/>
            <a:ext cx="1330325" cy="8104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8EA692-5A61-434F-CE63-660A5F37C358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5229225" y="2686049"/>
            <a:ext cx="631825" cy="404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F4A3300-F985-F75A-EE67-491D3F11AFEC}"/>
              </a:ext>
            </a:extLst>
          </p:cNvPr>
          <p:cNvCxnSpPr>
            <a:cxnSpLocks/>
          </p:cNvCxnSpPr>
          <p:nvPr/>
        </p:nvCxnSpPr>
        <p:spPr>
          <a:xfrm>
            <a:off x="5861050" y="3090861"/>
            <a:ext cx="552450" cy="792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E37DD1A-29A2-F37E-BC33-9AF0448618C2}"/>
              </a:ext>
            </a:extLst>
          </p:cNvPr>
          <p:cNvCxnSpPr>
            <a:cxnSpLocks/>
          </p:cNvCxnSpPr>
          <p:nvPr/>
        </p:nvCxnSpPr>
        <p:spPr>
          <a:xfrm>
            <a:off x="2336800" y="3090861"/>
            <a:ext cx="4667250" cy="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00BB350-0923-5AF1-490C-79C4CCD2DE02}"/>
              </a:ext>
            </a:extLst>
          </p:cNvPr>
          <p:cNvCxnSpPr>
            <a:cxnSpLocks/>
          </p:cNvCxnSpPr>
          <p:nvPr/>
        </p:nvCxnSpPr>
        <p:spPr>
          <a:xfrm>
            <a:off x="5229225" y="2710654"/>
            <a:ext cx="0" cy="109855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8E7802D-681E-3CC8-80E5-33B9A010817D}"/>
              </a:ext>
            </a:extLst>
          </p:cNvPr>
          <p:cNvSpPr txBox="1"/>
          <p:nvPr/>
        </p:nvSpPr>
        <p:spPr>
          <a:xfrm>
            <a:off x="2819517" y="2710654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40CE20-D798-8422-4C6D-ECFFC239346D}"/>
              </a:ext>
            </a:extLst>
          </p:cNvPr>
          <p:cNvSpPr txBox="1"/>
          <p:nvPr/>
        </p:nvSpPr>
        <p:spPr>
          <a:xfrm>
            <a:off x="2819517" y="2313542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2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4A23A0-5612-76BB-AB6C-9292A6ACE7BA}"/>
              </a:ext>
            </a:extLst>
          </p:cNvPr>
          <p:cNvSpPr txBox="1"/>
          <p:nvPr/>
        </p:nvSpPr>
        <p:spPr>
          <a:xfrm>
            <a:off x="2324159" y="2426608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135C2DC0-69C3-8F26-D3EB-E6CDE76C0928}"/>
              </a:ext>
            </a:extLst>
          </p:cNvPr>
          <p:cNvSpPr/>
          <p:nvPr/>
        </p:nvSpPr>
        <p:spPr>
          <a:xfrm rot="2501802">
            <a:off x="5102567" y="2759457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893FA09-FE1A-5319-FBA1-EB8F1CF5B11F}"/>
              </a:ext>
            </a:extLst>
          </p:cNvPr>
          <p:cNvSpPr/>
          <p:nvPr/>
        </p:nvSpPr>
        <p:spPr>
          <a:xfrm>
            <a:off x="5631325" y="2971800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AD3749B-4663-0FA8-BC7F-D23EDE84DCF5}"/>
              </a:ext>
            </a:extLst>
          </p:cNvPr>
          <p:cNvSpPr/>
          <p:nvPr/>
        </p:nvSpPr>
        <p:spPr>
          <a:xfrm>
            <a:off x="5962650" y="3092450"/>
            <a:ext cx="55688" cy="133350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A7E50E-FBFC-5179-ED6E-ED7587A1CF52}"/>
              </a:ext>
            </a:extLst>
          </p:cNvPr>
          <p:cNvSpPr txBox="1"/>
          <p:nvPr/>
        </p:nvSpPr>
        <p:spPr>
          <a:xfrm>
            <a:off x="5997577" y="3059668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86AC0D-2E5C-D483-1964-DD417D31414E}"/>
              </a:ext>
            </a:extLst>
          </p:cNvPr>
          <p:cNvSpPr txBox="1"/>
          <p:nvPr/>
        </p:nvSpPr>
        <p:spPr>
          <a:xfrm>
            <a:off x="4896922" y="2737125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89DA33A-EDD1-9BA4-B9B1-7F99B81CBB8A}"/>
              </a:ext>
            </a:extLst>
          </p:cNvPr>
          <p:cNvSpPr txBox="1"/>
          <p:nvPr/>
        </p:nvSpPr>
        <p:spPr>
          <a:xfrm>
            <a:off x="5302394" y="2731054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7858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CE137E0-B2ED-C8C9-7992-7CB37C0A1763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C4374E8-647A-C90F-F6B8-B41523AF4128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15D5243-4672-7F80-A7E3-70A29EA3C01E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E6302D-0D90-6800-7B17-59875B41F0BD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879036-8F6D-7C17-3E3C-4E9842827FC9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2822BB-0BAA-D228-C363-63CE478C8603}"/>
              </a:ext>
            </a:extLst>
          </p:cNvPr>
          <p:cNvSpPr txBox="1"/>
          <p:nvPr/>
        </p:nvSpPr>
        <p:spPr>
          <a:xfrm>
            <a:off x="6164377" y="3052045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29AC0BD-261F-F62B-57E2-576909DC9638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B5618A7-D910-1168-92F7-CAEF0A22794A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8F4074F-9576-C93A-FCF8-F245E1F738C0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65482D7-5B4C-FED5-C188-8E2DF20A7D91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16AC5DD-93A6-2F66-9000-89EDDC855E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9BEC6E-E53B-185C-CAC6-501536710118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63ABBE2-250C-81CD-CD9D-E999C677FBFC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FEFF3F-46D4-F086-1A11-8DED7676E3CE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FD798120-99E5-3C05-8F96-A2AB9CA46F32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F52DF520-804F-48EA-15EB-2B95BC6560A1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F6D99B0-ACB3-3AEC-FF4F-A5B03B85A27A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A745AAD-F121-4130-1765-4EE664130486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DF1DE3CC-76A2-0610-9ED2-0C76830B4A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3DDF3BFB-B5EE-7C3C-3CCF-8D936F91F8FD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23FA6277-2FF8-67C1-1FE2-0D103ABD7BA7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2C74ECE-5BC0-D5C0-E4DE-4186510473C8}"/>
              </a:ext>
            </a:extLst>
          </p:cNvPr>
          <p:cNvCxnSpPr>
            <a:cxnSpLocks/>
          </p:cNvCxnSpPr>
          <p:nvPr/>
        </p:nvCxnSpPr>
        <p:spPr>
          <a:xfrm flipV="1">
            <a:off x="3230207" y="3086641"/>
            <a:ext cx="3501788" cy="8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5417F0-49F9-34EB-458D-44747F3D84DD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9F2F9CF-DEC3-B74D-47E6-B5F70ADE03A8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25C2ABF-66F4-9246-AD15-979D08A588FC}"/>
              </a:ext>
            </a:extLst>
          </p:cNvPr>
          <p:cNvSpPr/>
          <p:nvPr/>
        </p:nvSpPr>
        <p:spPr>
          <a:xfrm rot="7663402">
            <a:off x="6526325" y="3081216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BDC1867-FAFE-FBEB-7D4F-6D6BB814B2F3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27096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DBF01-B8E4-05D0-5CF6-BABD5BB9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FCA49F6-0866-5F3D-55C3-133BCF727F80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B6BD4E2-0301-0285-D82D-A867D470D1F1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1A675CA-0D94-0646-D3E1-20E145F3C2F4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C190DA-B024-39EC-4EBC-051C7990DA78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D5A08C-EFE6-DF91-BB8E-5342DE68B89C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7D0FA8-F7E0-4AF4-9610-D8C149046471}"/>
              </a:ext>
            </a:extLst>
          </p:cNvPr>
          <p:cNvSpPr txBox="1"/>
          <p:nvPr/>
        </p:nvSpPr>
        <p:spPr>
          <a:xfrm>
            <a:off x="6239908" y="3090493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469EE6F-8510-8228-4ECF-061BC6718F7E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1ED17E4-1E1B-D106-5FC9-FB6CBE538F31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07BFED6-D616-DD57-970E-5E390144514E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91B513D-1338-BA4D-CBB3-D47CD357B53F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834CB02-651D-1E3B-4959-5901D6B4B0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ACE8D19-0530-CA46-151D-FA00F649898D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53FD70-D048-3186-4048-0678418A41E5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1F24CCE-CF06-8419-A765-48D45730C5A7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521A1DF6-5525-4A66-8E07-C910842E07C1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4C0BA5EE-07B8-C3DE-CE7F-2ABE9EEA9A59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4B2D5-6DFC-5D87-72D7-58BC7F5599C8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12758A7-3327-77D4-DFF8-006D24D2331A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9BA764B-6608-A5C8-EE7B-C20FFA310D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9589E48A-3AF5-4A00-2149-50C6C7EED1A2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C4422EC7-79C6-C58A-455B-457B66B2D169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1AC269D-DAA3-B0D9-E998-1EE5499E79C0}"/>
              </a:ext>
            </a:extLst>
          </p:cNvPr>
          <p:cNvCxnSpPr>
            <a:cxnSpLocks/>
          </p:cNvCxnSpPr>
          <p:nvPr/>
        </p:nvCxnSpPr>
        <p:spPr>
          <a:xfrm flipV="1">
            <a:off x="5691499" y="3086641"/>
            <a:ext cx="1040496" cy="400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1AC9621-48F7-0BC9-FFC1-82800EBB39FB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36A0173-5217-33B4-6CAF-0C2B1EF582B0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30AC5B4-6639-294D-9A95-FC017703F8AA}"/>
              </a:ext>
            </a:extLst>
          </p:cNvPr>
          <p:cNvSpPr/>
          <p:nvPr/>
        </p:nvSpPr>
        <p:spPr>
          <a:xfrm rot="7663402">
            <a:off x="6561307" y="3152505"/>
            <a:ext cx="45719" cy="155505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542B6C-AB0E-A2E6-CC4F-4DE7A6B8FDFF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E733E59-43E3-CE77-2815-7A20D21397C1}"/>
              </a:ext>
            </a:extLst>
          </p:cNvPr>
          <p:cNvCxnSpPr>
            <a:cxnSpLocks/>
          </p:cNvCxnSpPr>
          <p:nvPr/>
        </p:nvCxnSpPr>
        <p:spPr>
          <a:xfrm>
            <a:off x="2863850" y="2710654"/>
            <a:ext cx="2865957" cy="7834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547D20-911B-5659-20EF-E3D4F2DCF6AE}"/>
              </a:ext>
            </a:extLst>
          </p:cNvPr>
          <p:cNvCxnSpPr>
            <a:cxnSpLocks/>
          </p:cNvCxnSpPr>
          <p:nvPr/>
        </p:nvCxnSpPr>
        <p:spPr>
          <a:xfrm flipV="1">
            <a:off x="5681581" y="2810586"/>
            <a:ext cx="7550" cy="680917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3B763FA-58C7-378E-7BF2-B039D1736BD3}"/>
              </a:ext>
            </a:extLst>
          </p:cNvPr>
          <p:cNvSpPr txBox="1"/>
          <p:nvPr/>
        </p:nvSpPr>
        <p:spPr>
          <a:xfrm>
            <a:off x="5646710" y="3018912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F474294C-4347-7F29-464B-BC4EDDB38188}"/>
              </a:ext>
            </a:extLst>
          </p:cNvPr>
          <p:cNvSpPr/>
          <p:nvPr/>
        </p:nvSpPr>
        <p:spPr>
          <a:xfrm rot="13480235">
            <a:off x="5682754" y="3356826"/>
            <a:ext cx="156416" cy="79377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327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9E926-6C7B-AC9C-1C77-635F35209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E7851B3-4AF0-AC00-B567-D4C7F50C4816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5B0D60D-1456-3E1C-73F8-93DE5569D9AF}"/>
              </a:ext>
            </a:extLst>
          </p:cNvPr>
          <p:cNvSpPr/>
          <p:nvPr/>
        </p:nvSpPr>
        <p:spPr>
          <a:xfrm rot="3536901">
            <a:off x="6931396" y="4062264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2A6218-D51E-A281-2173-9DE048FA601F}"/>
              </a:ext>
            </a:extLst>
          </p:cNvPr>
          <p:cNvSpPr txBox="1"/>
          <p:nvPr/>
        </p:nvSpPr>
        <p:spPr>
          <a:xfrm>
            <a:off x="6813139" y="414571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FC2540-CDB0-0DD7-481C-B7FBFAA2938E}"/>
              </a:ext>
            </a:extLst>
          </p:cNvPr>
          <p:cNvSpPr txBox="1"/>
          <p:nvPr/>
        </p:nvSpPr>
        <p:spPr>
          <a:xfrm>
            <a:off x="6239908" y="3090493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F7BB2F2-5ACC-48E9-188D-D5B07F945EEC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0701502-B3DF-5BA5-8E84-EBA1C1EA535A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7C5BD77-BAA8-FAE2-0DC3-9152A3FA5A24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6E4738B-7477-E379-BEB1-92D448020DE1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F54E44E0-4175-C96E-B089-0B93860017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6EABB3-4E85-E169-F44D-2452C494D21B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E391A27-DCC7-4D84-A5DD-286E1772E705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99E9635-3091-19B1-D2D0-32AADE5689AC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D4F3D350-3240-1F84-0749-26A082EB18CB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9E079050-06EE-529D-C831-3EEE2FC49786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9228309-D897-6466-6DCA-0041CDD0E654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6E4818D8-415E-473F-8BC3-E181BE70EA8E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E3D74216-05EB-81F9-5FF2-A04A2E1619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7DE4F577-CCDD-4D39-4BDB-959A0C81DA2B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111FF909-5BFE-F553-A9A9-F379D179B373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4DCA604-DDB1-84E1-20BA-3C30E3875B42}"/>
              </a:ext>
            </a:extLst>
          </p:cNvPr>
          <p:cNvCxnSpPr>
            <a:cxnSpLocks/>
          </p:cNvCxnSpPr>
          <p:nvPr/>
        </p:nvCxnSpPr>
        <p:spPr>
          <a:xfrm flipV="1">
            <a:off x="5691499" y="3086641"/>
            <a:ext cx="1040496" cy="400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823132E-4C09-6130-B040-27D536789369}"/>
              </a:ext>
            </a:extLst>
          </p:cNvPr>
          <p:cNvCxnSpPr>
            <a:cxnSpLocks/>
          </p:cNvCxnSpPr>
          <p:nvPr/>
        </p:nvCxnSpPr>
        <p:spPr>
          <a:xfrm>
            <a:off x="6738165" y="3101028"/>
            <a:ext cx="100439" cy="714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DCED330-D698-3CD9-478D-60C71CFFE4DF}"/>
              </a:ext>
            </a:extLst>
          </p:cNvPr>
          <p:cNvCxnSpPr>
            <a:cxnSpLocks/>
          </p:cNvCxnSpPr>
          <p:nvPr/>
        </p:nvCxnSpPr>
        <p:spPr>
          <a:xfrm flipV="1">
            <a:off x="6386067" y="2611274"/>
            <a:ext cx="582342" cy="1193851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58110F3-9F90-2967-956E-62F236064162}"/>
              </a:ext>
            </a:extLst>
          </p:cNvPr>
          <p:cNvSpPr/>
          <p:nvPr/>
        </p:nvSpPr>
        <p:spPr>
          <a:xfrm rot="7663402">
            <a:off x="6561307" y="3152505"/>
            <a:ext cx="45719" cy="155505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15E8ECF-A14C-4482-3236-A62B6ED07609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69B93FA-A836-15A2-8422-D8E6F6EB975C}"/>
              </a:ext>
            </a:extLst>
          </p:cNvPr>
          <p:cNvCxnSpPr>
            <a:cxnSpLocks/>
          </p:cNvCxnSpPr>
          <p:nvPr/>
        </p:nvCxnSpPr>
        <p:spPr>
          <a:xfrm>
            <a:off x="2863850" y="2710654"/>
            <a:ext cx="2865957" cy="7834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8360D6E-B40A-540D-2A51-56D95A9AEF3E}"/>
              </a:ext>
            </a:extLst>
          </p:cNvPr>
          <p:cNvCxnSpPr>
            <a:cxnSpLocks/>
          </p:cNvCxnSpPr>
          <p:nvPr/>
        </p:nvCxnSpPr>
        <p:spPr>
          <a:xfrm flipV="1">
            <a:off x="5681581" y="2810586"/>
            <a:ext cx="7550" cy="680917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EBC8218-1154-75CC-32C1-1D312C3ABE7B}"/>
              </a:ext>
            </a:extLst>
          </p:cNvPr>
          <p:cNvSpPr txBox="1"/>
          <p:nvPr/>
        </p:nvSpPr>
        <p:spPr>
          <a:xfrm>
            <a:off x="5646710" y="3018912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0695FF3A-421D-FEBC-16A2-C6BF92F47D79}"/>
              </a:ext>
            </a:extLst>
          </p:cNvPr>
          <p:cNvSpPr/>
          <p:nvPr/>
        </p:nvSpPr>
        <p:spPr>
          <a:xfrm rot="13480235">
            <a:off x="5682754" y="3356826"/>
            <a:ext cx="156416" cy="79377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Straight Arrow Connector 39">
            <a:extLst>
              <a:ext uri="{FF2B5EF4-FFF2-40B4-BE49-F238E27FC236}">
                <a16:creationId xmlns:a16="http://schemas.microsoft.com/office/drawing/2014/main" id="{11C1B729-71AF-E499-8D77-0743BB9453EB}"/>
              </a:ext>
            </a:extLst>
          </p:cNvPr>
          <p:cNvCxnSpPr>
            <a:cxnSpLocks/>
          </p:cNvCxnSpPr>
          <p:nvPr/>
        </p:nvCxnSpPr>
        <p:spPr>
          <a:xfrm>
            <a:off x="6838604" y="3780873"/>
            <a:ext cx="479291" cy="7574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40">
            <a:extLst>
              <a:ext uri="{FF2B5EF4-FFF2-40B4-BE49-F238E27FC236}">
                <a16:creationId xmlns:a16="http://schemas.microsoft.com/office/drawing/2014/main" id="{32E592DE-1510-3F3F-5820-0CE8A2840572}"/>
              </a:ext>
            </a:extLst>
          </p:cNvPr>
          <p:cNvCxnSpPr>
            <a:cxnSpLocks/>
          </p:cNvCxnSpPr>
          <p:nvPr/>
        </p:nvCxnSpPr>
        <p:spPr>
          <a:xfrm flipH="1" flipV="1">
            <a:off x="6808997" y="2721898"/>
            <a:ext cx="56327" cy="1648489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34">
            <a:extLst>
              <a:ext uri="{FF2B5EF4-FFF2-40B4-BE49-F238E27FC236}">
                <a16:creationId xmlns:a16="http://schemas.microsoft.com/office/drawing/2014/main" id="{287BF06D-E5D3-14D7-4367-5633832A9E6C}"/>
              </a:ext>
            </a:extLst>
          </p:cNvPr>
          <p:cNvSpPr txBox="1"/>
          <p:nvPr/>
        </p:nvSpPr>
        <p:spPr>
          <a:xfrm>
            <a:off x="6778196" y="3176810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lang="en-US" altLang="ja-JP" baseline="-25000" dirty="0">
                <a:latin typeface="Century" panose="02040604050505020304" pitchFamily="18" charset="0"/>
              </a:rPr>
              <a:t>2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56" name="Freeform: Shape 35">
            <a:extLst>
              <a:ext uri="{FF2B5EF4-FFF2-40B4-BE49-F238E27FC236}">
                <a16:creationId xmlns:a16="http://schemas.microsoft.com/office/drawing/2014/main" id="{718C072A-79B7-E8E6-2EFE-E27A6A8BF9F2}"/>
              </a:ext>
            </a:extLst>
          </p:cNvPr>
          <p:cNvSpPr/>
          <p:nvPr/>
        </p:nvSpPr>
        <p:spPr>
          <a:xfrm rot="12316830">
            <a:off x="6783156" y="3267757"/>
            <a:ext cx="51832" cy="55696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1934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DE1CD74A-F737-D5D1-554B-70604072A7E3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8967F52-3B59-05D8-ABAB-EABB44C8059D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6259DBD-9E4D-4CC2-BE54-2818D54D0DEF}"/>
              </a:ext>
            </a:extLst>
          </p:cNvPr>
          <p:cNvCxnSpPr>
            <a:stCxn id="4" idx="0"/>
          </p:cNvCxnSpPr>
          <p:nvPr/>
        </p:nvCxnSpPr>
        <p:spPr>
          <a:xfrm>
            <a:off x="3686175" y="1981200"/>
            <a:ext cx="39719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171B55-E2D9-CB95-0358-6F3DC77B8F29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40798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995D5CF-252B-3FA6-9ACC-88CEA6D1F1B1}"/>
              </a:ext>
            </a:extLst>
          </p:cNvPr>
          <p:cNvSpPr txBox="1"/>
          <p:nvPr/>
        </p:nvSpPr>
        <p:spPr>
          <a:xfrm>
            <a:off x="3407092" y="207119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clad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55D5FE-54C5-6F8A-E447-040355450C1F}"/>
              </a:ext>
            </a:extLst>
          </p:cNvPr>
          <p:cNvSpPr txBox="1"/>
          <p:nvPr/>
        </p:nvSpPr>
        <p:spPr>
          <a:xfrm>
            <a:off x="3380549" y="2883993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core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45E283A-093A-FB76-0A34-F470FCF62CEA}"/>
              </a:ext>
            </a:extLst>
          </p:cNvPr>
          <p:cNvCxnSpPr/>
          <p:nvPr/>
        </p:nvCxnSpPr>
        <p:spPr>
          <a:xfrm>
            <a:off x="1693193" y="3150632"/>
            <a:ext cx="9969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81FB1E9-7425-2D48-5201-E3CD6A91171E}"/>
              </a:ext>
            </a:extLst>
          </p:cNvPr>
          <p:cNvCxnSpPr>
            <a:cxnSpLocks/>
          </p:cNvCxnSpPr>
          <p:nvPr/>
        </p:nvCxnSpPr>
        <p:spPr>
          <a:xfrm flipV="1">
            <a:off x="1699543" y="2356882"/>
            <a:ext cx="0" cy="787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61D44DA-3B20-BA49-6B9B-F417DECF01FC}"/>
              </a:ext>
            </a:extLst>
          </p:cNvPr>
          <p:cNvCxnSpPr>
            <a:cxnSpLocks/>
          </p:cNvCxnSpPr>
          <p:nvPr/>
        </p:nvCxnSpPr>
        <p:spPr>
          <a:xfrm>
            <a:off x="1699543" y="3150632"/>
            <a:ext cx="67945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D3E61E5-18F8-6307-9D1F-99A44501E02F}"/>
              </a:ext>
            </a:extLst>
          </p:cNvPr>
          <p:cNvSpPr txBox="1"/>
          <p:nvPr/>
        </p:nvSpPr>
        <p:spPr>
          <a:xfrm>
            <a:off x="1549502" y="19812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22EEB3-9C8E-EB00-0555-56FAFEE6E44C}"/>
              </a:ext>
            </a:extLst>
          </p:cNvPr>
          <p:cNvSpPr txBox="1"/>
          <p:nvPr/>
        </p:nvSpPr>
        <p:spPr>
          <a:xfrm>
            <a:off x="2363845" y="33125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9B83F-2574-D5EF-8F4C-7699F3AB710E}"/>
              </a:ext>
            </a:extLst>
          </p:cNvPr>
          <p:cNvSpPr txBox="1"/>
          <p:nvPr/>
        </p:nvSpPr>
        <p:spPr>
          <a:xfrm>
            <a:off x="2385343" y="281305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9236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06BB5F-6D76-3735-F631-64DB3A86C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92358"/>
            <a:ext cx="5696745" cy="31341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3767D0-4433-CD71-E66E-E5B50F3EB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425" y="2792358"/>
            <a:ext cx="5860575" cy="28431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7D4E51C-9E36-37CB-B5B6-49229FB85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425" y="-101047"/>
            <a:ext cx="11557320" cy="2893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254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A489AF-E837-9982-E5AC-FB7663DA3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09178"/>
            <a:ext cx="12192000" cy="34396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A9D52A-AF4E-1080-2C81-0AA569F608D2}"/>
              </a:ext>
            </a:extLst>
          </p:cNvPr>
          <p:cNvSpPr txBox="1"/>
          <p:nvPr/>
        </p:nvSpPr>
        <p:spPr>
          <a:xfrm>
            <a:off x="184484" y="1339846"/>
            <a:ext cx="61624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400G-ZR/ZR+</a:t>
            </a:r>
            <a:r>
              <a:rPr lang="ja-JP" altLang="en-US" dirty="0"/>
              <a:t>とは？</a:t>
            </a:r>
          </a:p>
        </p:txBody>
      </p:sp>
    </p:spTree>
    <p:extLst>
      <p:ext uri="{BB962C8B-B14F-4D97-AF65-F5344CB8AC3E}">
        <p14:creationId xmlns:p14="http://schemas.microsoft.com/office/powerpoint/2010/main" val="1916245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1A0CB-9278-FB5E-2CE4-D9AF5285D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8D0AF85B-32BB-9CF0-A26B-024C4F8F4DA0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04036EB-B3B7-2796-197B-3DFA267B8911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A6AE2C9-EDEC-4F2C-6B59-CA7EDA86C274}"/>
              </a:ext>
            </a:extLst>
          </p:cNvPr>
          <p:cNvCxnSpPr>
            <a:cxnSpLocks/>
            <a:stCxn id="4" idx="0"/>
          </p:cNvCxnSpPr>
          <p:nvPr/>
        </p:nvCxnSpPr>
        <p:spPr>
          <a:xfrm>
            <a:off x="3686175" y="1981200"/>
            <a:ext cx="581563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89FD3-1CB9-AAA8-0969-12D0AFECF816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59812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7D5879B-5B35-067F-01E2-B62B34C164C0}"/>
              </a:ext>
            </a:extLst>
          </p:cNvPr>
          <p:cNvSpPr txBox="1"/>
          <p:nvPr/>
        </p:nvSpPr>
        <p:spPr>
          <a:xfrm>
            <a:off x="3407092" y="207119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clad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9BCC03-9C2D-9ACD-66E7-0CF58B8994E9}"/>
              </a:ext>
            </a:extLst>
          </p:cNvPr>
          <p:cNvSpPr txBox="1"/>
          <p:nvPr/>
        </p:nvSpPr>
        <p:spPr>
          <a:xfrm>
            <a:off x="3380549" y="2883993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core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49A6541-A0BB-A427-8D2D-6F11B8EE0F12}"/>
              </a:ext>
            </a:extLst>
          </p:cNvPr>
          <p:cNvCxnSpPr/>
          <p:nvPr/>
        </p:nvCxnSpPr>
        <p:spPr>
          <a:xfrm>
            <a:off x="1693193" y="3150632"/>
            <a:ext cx="9969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4349CCE-19D0-ABC0-9E02-3DDC1F4BF859}"/>
              </a:ext>
            </a:extLst>
          </p:cNvPr>
          <p:cNvCxnSpPr>
            <a:cxnSpLocks/>
          </p:cNvCxnSpPr>
          <p:nvPr/>
        </p:nvCxnSpPr>
        <p:spPr>
          <a:xfrm flipV="1">
            <a:off x="1699543" y="2356882"/>
            <a:ext cx="0" cy="787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30AB565-9E4A-29AE-3D3E-AA1FA1293C7B}"/>
              </a:ext>
            </a:extLst>
          </p:cNvPr>
          <p:cNvCxnSpPr>
            <a:cxnSpLocks/>
          </p:cNvCxnSpPr>
          <p:nvPr/>
        </p:nvCxnSpPr>
        <p:spPr>
          <a:xfrm>
            <a:off x="1699543" y="3150632"/>
            <a:ext cx="67945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ADAD0E8-3CD1-93DC-0B6F-253477E65E11}"/>
              </a:ext>
            </a:extLst>
          </p:cNvPr>
          <p:cNvSpPr txBox="1"/>
          <p:nvPr/>
        </p:nvSpPr>
        <p:spPr>
          <a:xfrm>
            <a:off x="1549502" y="19812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DCFA8B-A69D-6AD1-893B-2C2D9CF76E33}"/>
              </a:ext>
            </a:extLst>
          </p:cNvPr>
          <p:cNvSpPr txBox="1"/>
          <p:nvPr/>
        </p:nvSpPr>
        <p:spPr>
          <a:xfrm>
            <a:off x="2363845" y="33125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86978B-3C32-CEB5-9771-EF4EB75974B8}"/>
              </a:ext>
            </a:extLst>
          </p:cNvPr>
          <p:cNvSpPr txBox="1"/>
          <p:nvPr/>
        </p:nvSpPr>
        <p:spPr>
          <a:xfrm>
            <a:off x="2385343" y="281305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DA312E9E-08BD-40B9-3E30-8EA145F9C634}"/>
              </a:ext>
            </a:extLst>
          </p:cNvPr>
          <p:cNvCxnSpPr>
            <a:cxnSpLocks/>
            <a:stCxn id="5" idx="0"/>
          </p:cNvCxnSpPr>
          <p:nvPr/>
        </p:nvCxnSpPr>
        <p:spPr>
          <a:xfrm>
            <a:off x="3651716" y="2495550"/>
            <a:ext cx="580371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932AFEE0-9F31-6713-F97F-59C2210F12E2}"/>
              </a:ext>
            </a:extLst>
          </p:cNvPr>
          <p:cNvCxnSpPr>
            <a:cxnSpLocks/>
          </p:cNvCxnSpPr>
          <p:nvPr/>
        </p:nvCxnSpPr>
        <p:spPr>
          <a:xfrm>
            <a:off x="3651716" y="3552784"/>
            <a:ext cx="5969362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4">
            <a:extLst>
              <a:ext uri="{FF2B5EF4-FFF2-40B4-BE49-F238E27FC236}">
                <a16:creationId xmlns:a16="http://schemas.microsoft.com/office/drawing/2014/main" id="{83FD3DB5-19E4-3FCC-22A3-F9F8A4FE7211}"/>
              </a:ext>
            </a:extLst>
          </p:cNvPr>
          <p:cNvSpPr/>
          <p:nvPr/>
        </p:nvSpPr>
        <p:spPr>
          <a:xfrm>
            <a:off x="8382871" y="2495550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Oval 4">
            <a:extLst>
              <a:ext uri="{FF2B5EF4-FFF2-40B4-BE49-F238E27FC236}">
                <a16:creationId xmlns:a16="http://schemas.microsoft.com/office/drawing/2014/main" id="{E168952E-433B-1F90-F5D4-5DA21FCFBE26}"/>
              </a:ext>
            </a:extLst>
          </p:cNvPr>
          <p:cNvSpPr/>
          <p:nvPr/>
        </p:nvSpPr>
        <p:spPr>
          <a:xfrm>
            <a:off x="7701814" y="2492034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Oval 4">
            <a:extLst>
              <a:ext uri="{FF2B5EF4-FFF2-40B4-BE49-F238E27FC236}">
                <a16:creationId xmlns:a16="http://schemas.microsoft.com/office/drawing/2014/main" id="{E7AC7E87-E228-D025-A0CE-F1770156BE28}"/>
              </a:ext>
            </a:extLst>
          </p:cNvPr>
          <p:cNvSpPr/>
          <p:nvPr/>
        </p:nvSpPr>
        <p:spPr>
          <a:xfrm>
            <a:off x="6980895" y="2493222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Oval 4">
            <a:extLst>
              <a:ext uri="{FF2B5EF4-FFF2-40B4-BE49-F238E27FC236}">
                <a16:creationId xmlns:a16="http://schemas.microsoft.com/office/drawing/2014/main" id="{71D2D838-CEC3-A7E7-01E8-7F43A7074F83}"/>
              </a:ext>
            </a:extLst>
          </p:cNvPr>
          <p:cNvSpPr/>
          <p:nvPr/>
        </p:nvSpPr>
        <p:spPr>
          <a:xfrm>
            <a:off x="6226086" y="2499067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Oval 4">
            <a:extLst>
              <a:ext uri="{FF2B5EF4-FFF2-40B4-BE49-F238E27FC236}">
                <a16:creationId xmlns:a16="http://schemas.microsoft.com/office/drawing/2014/main" id="{E70D00BF-2DA4-B210-B70F-331637E1798E}"/>
              </a:ext>
            </a:extLst>
          </p:cNvPr>
          <p:cNvSpPr/>
          <p:nvPr/>
        </p:nvSpPr>
        <p:spPr>
          <a:xfrm>
            <a:off x="5505167" y="2492034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4B175DA7-3ED6-430B-F907-180649D80370}"/>
              </a:ext>
            </a:extLst>
          </p:cNvPr>
          <p:cNvCxnSpPr>
            <a:cxnSpLocks/>
          </p:cNvCxnSpPr>
          <p:nvPr/>
        </p:nvCxnSpPr>
        <p:spPr>
          <a:xfrm flipV="1">
            <a:off x="5733731" y="2498660"/>
            <a:ext cx="19878" cy="2244118"/>
          </a:xfrm>
          <a:prstGeom prst="line">
            <a:avLst/>
          </a:prstGeom>
          <a:ln w="635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E661173F-737E-9D38-0A7D-73522C19C8CE}"/>
              </a:ext>
            </a:extLst>
          </p:cNvPr>
          <p:cNvCxnSpPr>
            <a:cxnSpLocks/>
          </p:cNvCxnSpPr>
          <p:nvPr/>
        </p:nvCxnSpPr>
        <p:spPr>
          <a:xfrm flipV="1">
            <a:off x="8604692" y="2498660"/>
            <a:ext cx="19878" cy="2244118"/>
          </a:xfrm>
          <a:prstGeom prst="line">
            <a:avLst/>
          </a:prstGeom>
          <a:ln w="635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6C5C2136-BF76-C1E2-E81D-0519B6F0C3C0}"/>
              </a:ext>
            </a:extLst>
          </p:cNvPr>
          <p:cNvCxnSpPr/>
          <p:nvPr/>
        </p:nvCxnSpPr>
        <p:spPr>
          <a:xfrm>
            <a:off x="5733731" y="4518991"/>
            <a:ext cx="2890839" cy="0"/>
          </a:xfrm>
          <a:prstGeom prst="straightConnector1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388989A-2EB6-A86C-015D-D2A8792D4FCF}"/>
              </a:ext>
            </a:extLst>
          </p:cNvPr>
          <p:cNvSpPr txBox="1"/>
          <p:nvPr/>
        </p:nvSpPr>
        <p:spPr>
          <a:xfrm>
            <a:off x="6129987" y="4610018"/>
            <a:ext cx="218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" panose="02020603050405020304" pitchFamily="18" charset="0"/>
                <a:cs typeface="times" panose="02020603050405020304" pitchFamily="18" charset="0"/>
              </a:rPr>
              <a:t>Bragg gratings length</a:t>
            </a:r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2B0282C4-34AC-42E7-8F53-F6A4BE656C29}"/>
              </a:ext>
            </a:extLst>
          </p:cNvPr>
          <p:cNvSpPr/>
          <p:nvPr/>
        </p:nvSpPr>
        <p:spPr>
          <a:xfrm>
            <a:off x="4582767" y="2855860"/>
            <a:ext cx="5084694" cy="280034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矢印: 右 38">
            <a:extLst>
              <a:ext uri="{FF2B5EF4-FFF2-40B4-BE49-F238E27FC236}">
                <a16:creationId xmlns:a16="http://schemas.microsoft.com/office/drawing/2014/main" id="{B2C1686C-695C-F70C-BAD6-9341B75390C3}"/>
              </a:ext>
            </a:extLst>
          </p:cNvPr>
          <p:cNvSpPr/>
          <p:nvPr/>
        </p:nvSpPr>
        <p:spPr>
          <a:xfrm rot="10800000">
            <a:off x="4616183" y="2701473"/>
            <a:ext cx="679244" cy="150871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566FF6FB-E984-DC3B-B409-0BA5913CC6E7}"/>
              </a:ext>
            </a:extLst>
          </p:cNvPr>
          <p:cNvSpPr/>
          <p:nvPr/>
        </p:nvSpPr>
        <p:spPr>
          <a:xfrm rot="9551747">
            <a:off x="5981994" y="2550005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矢印: 右 41">
            <a:extLst>
              <a:ext uri="{FF2B5EF4-FFF2-40B4-BE49-F238E27FC236}">
                <a16:creationId xmlns:a16="http://schemas.microsoft.com/office/drawing/2014/main" id="{E142564C-0FCF-0D7A-D946-221C2AD988A1}"/>
              </a:ext>
            </a:extLst>
          </p:cNvPr>
          <p:cNvSpPr/>
          <p:nvPr/>
        </p:nvSpPr>
        <p:spPr>
          <a:xfrm rot="9551747">
            <a:off x="6777175" y="2550004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矢印: 右 42">
            <a:extLst>
              <a:ext uri="{FF2B5EF4-FFF2-40B4-BE49-F238E27FC236}">
                <a16:creationId xmlns:a16="http://schemas.microsoft.com/office/drawing/2014/main" id="{5464174D-F154-823A-BAC4-982B62E22CF0}"/>
              </a:ext>
            </a:extLst>
          </p:cNvPr>
          <p:cNvSpPr/>
          <p:nvPr/>
        </p:nvSpPr>
        <p:spPr>
          <a:xfrm rot="9551747">
            <a:off x="7514837" y="2550003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矢印: 右 43">
            <a:extLst>
              <a:ext uri="{FF2B5EF4-FFF2-40B4-BE49-F238E27FC236}">
                <a16:creationId xmlns:a16="http://schemas.microsoft.com/office/drawing/2014/main" id="{2893BB8A-D5AA-CBBB-7565-CAD84FAD3F87}"/>
              </a:ext>
            </a:extLst>
          </p:cNvPr>
          <p:cNvSpPr/>
          <p:nvPr/>
        </p:nvSpPr>
        <p:spPr>
          <a:xfrm rot="9551747">
            <a:off x="8194341" y="2555675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矢印: 右 44">
            <a:extLst>
              <a:ext uri="{FF2B5EF4-FFF2-40B4-BE49-F238E27FC236}">
                <a16:creationId xmlns:a16="http://schemas.microsoft.com/office/drawing/2014/main" id="{4A61DF6C-59C8-6394-3BA1-940CCE4B8314}"/>
              </a:ext>
            </a:extLst>
          </p:cNvPr>
          <p:cNvSpPr/>
          <p:nvPr/>
        </p:nvSpPr>
        <p:spPr>
          <a:xfrm rot="9551747">
            <a:off x="5258766" y="2543088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矢印: 右 45">
            <a:extLst>
              <a:ext uri="{FF2B5EF4-FFF2-40B4-BE49-F238E27FC236}">
                <a16:creationId xmlns:a16="http://schemas.microsoft.com/office/drawing/2014/main" id="{29DB7FD7-AD53-9045-387F-947A1994C533}"/>
              </a:ext>
            </a:extLst>
          </p:cNvPr>
          <p:cNvSpPr/>
          <p:nvPr/>
        </p:nvSpPr>
        <p:spPr>
          <a:xfrm rot="10800000">
            <a:off x="4629182" y="3177889"/>
            <a:ext cx="679244" cy="150871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106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3485933C-CB95-47C5-8504-790EE28B02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0650" y="1268413"/>
            <a:ext cx="5715000" cy="3800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09355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14CC4C9-79AC-AC4A-2FA0-0C87D8914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27" y="0"/>
            <a:ext cx="7059526" cy="6858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9682CF8-21B5-9BFA-D0EE-75A936A6A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271" y="3166946"/>
            <a:ext cx="5673241" cy="290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09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74775-85D3-DEC7-80CF-A1A46A678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5691FE4-DF2D-5559-87D6-1433A363A2B8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40206C6-DB7F-5EDE-1119-40A0C8D0047C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89C756-FD0C-FBD6-D7E6-896F1E5E52C4}"/>
              </a:ext>
            </a:extLst>
          </p:cNvPr>
          <p:cNvCxnSpPr>
            <a:stCxn id="4" idx="0"/>
          </p:cNvCxnSpPr>
          <p:nvPr/>
        </p:nvCxnSpPr>
        <p:spPr>
          <a:xfrm>
            <a:off x="3686175" y="1981200"/>
            <a:ext cx="39719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748463-83A2-0A85-13A5-BF2BFC6D271F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40798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F3E2025-3C17-B7C3-E36B-E13135599FF8}"/>
              </a:ext>
            </a:extLst>
          </p:cNvPr>
          <p:cNvCxnSpPr>
            <a:cxnSpLocks/>
          </p:cNvCxnSpPr>
          <p:nvPr/>
        </p:nvCxnSpPr>
        <p:spPr>
          <a:xfrm>
            <a:off x="4425950" y="3088685"/>
            <a:ext cx="3536950" cy="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E6C44CD-9B71-F884-FF76-12A1D008AF79}"/>
              </a:ext>
            </a:extLst>
          </p:cNvPr>
          <p:cNvCxnSpPr>
            <a:cxnSpLocks/>
          </p:cNvCxnSpPr>
          <p:nvPr/>
        </p:nvCxnSpPr>
        <p:spPr>
          <a:xfrm flipV="1">
            <a:off x="3683918" y="1498600"/>
            <a:ext cx="0" cy="349885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9FEC1D7-440D-5E2A-7EED-EF419BE69125}"/>
              </a:ext>
            </a:extLst>
          </p:cNvPr>
          <p:cNvSpPr txBox="1"/>
          <p:nvPr/>
        </p:nvSpPr>
        <p:spPr>
          <a:xfrm>
            <a:off x="3533877" y="108455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933B71-7ACB-C1A1-34FF-889442FA1DC5}"/>
              </a:ext>
            </a:extLst>
          </p:cNvPr>
          <p:cNvSpPr txBox="1"/>
          <p:nvPr/>
        </p:nvSpPr>
        <p:spPr>
          <a:xfrm>
            <a:off x="2667607" y="179644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F9845A-C1C0-0CD0-DB34-DBACAF9D5F39}"/>
              </a:ext>
            </a:extLst>
          </p:cNvPr>
          <p:cNvSpPr txBox="1"/>
          <p:nvPr/>
        </p:nvSpPr>
        <p:spPr>
          <a:xfrm>
            <a:off x="7675642" y="3004643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6" name="Straight Arrow Connector 19">
            <a:extLst>
              <a:ext uri="{FF2B5EF4-FFF2-40B4-BE49-F238E27FC236}">
                <a16:creationId xmlns:a16="http://schemas.microsoft.com/office/drawing/2014/main" id="{43847AF3-BC75-F544-3FC0-463A2872051C}"/>
              </a:ext>
            </a:extLst>
          </p:cNvPr>
          <p:cNvCxnSpPr>
            <a:cxnSpLocks/>
          </p:cNvCxnSpPr>
          <p:nvPr/>
        </p:nvCxnSpPr>
        <p:spPr>
          <a:xfrm>
            <a:off x="2946400" y="2165778"/>
            <a:ext cx="2011715" cy="2446487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19">
            <a:extLst>
              <a:ext uri="{FF2B5EF4-FFF2-40B4-BE49-F238E27FC236}">
                <a16:creationId xmlns:a16="http://schemas.microsoft.com/office/drawing/2014/main" id="{7DCEB1A5-46F8-6541-555F-988B41B21EF2}"/>
              </a:ext>
            </a:extLst>
          </p:cNvPr>
          <p:cNvCxnSpPr>
            <a:cxnSpLocks/>
          </p:cNvCxnSpPr>
          <p:nvPr/>
        </p:nvCxnSpPr>
        <p:spPr>
          <a:xfrm>
            <a:off x="3683918" y="3074953"/>
            <a:ext cx="336564" cy="0"/>
          </a:xfrm>
          <a:prstGeom prst="straightConnector1">
            <a:avLst/>
          </a:prstGeom>
          <a:ln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DF4971A3-139E-3877-3B8B-3E6F2B1F5C92}"/>
              </a:ext>
            </a:extLst>
          </p:cNvPr>
          <p:cNvGrpSpPr/>
          <p:nvPr/>
        </p:nvGrpSpPr>
        <p:grpSpPr>
          <a:xfrm rot="378356">
            <a:off x="1830944" y="1847269"/>
            <a:ext cx="3674235" cy="2561673"/>
            <a:chOff x="1845071" y="1861618"/>
            <a:chExt cx="3674235" cy="2561673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C7E9838-FCBF-ECCF-C53F-8AF1E6AA39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5071" y="3056062"/>
              <a:ext cx="1888729" cy="136722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22">
              <a:extLst>
                <a:ext uri="{FF2B5EF4-FFF2-40B4-BE49-F238E27FC236}">
                  <a16:creationId xmlns:a16="http://schemas.microsoft.com/office/drawing/2014/main" id="{3C4257F4-7E7E-9775-6750-7311AAA212EC}"/>
                </a:ext>
              </a:extLst>
            </p:cNvPr>
            <p:cNvCxnSpPr>
              <a:cxnSpLocks/>
            </p:cNvCxnSpPr>
            <p:nvPr/>
          </p:nvCxnSpPr>
          <p:spPr>
            <a:xfrm rot="21221644" flipV="1">
              <a:off x="4308375" y="1861618"/>
              <a:ext cx="1210931" cy="68774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22">
              <a:extLst>
                <a:ext uri="{FF2B5EF4-FFF2-40B4-BE49-F238E27FC236}">
                  <a16:creationId xmlns:a16="http://schemas.microsoft.com/office/drawing/2014/main" id="{775EA508-FBCF-6B3C-36C8-419E2B3AF7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00367" y="2609702"/>
              <a:ext cx="649919" cy="470469"/>
            </a:xfrm>
            <a:prstGeom prst="straightConnector1">
              <a:avLst/>
            </a:prstGeom>
            <a:ln>
              <a:solidFill>
                <a:srgbClr val="FF0000"/>
              </a:solidFill>
              <a:prstDash val="sysDot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막힌 원호 48">
            <a:extLst>
              <a:ext uri="{FF2B5EF4-FFF2-40B4-BE49-F238E27FC236}">
                <a16:creationId xmlns:a16="http://schemas.microsoft.com/office/drawing/2014/main" id="{EAE6A2E7-CB09-B3D8-6EB4-EAFC6C94CBEA}"/>
              </a:ext>
            </a:extLst>
          </p:cNvPr>
          <p:cNvSpPr/>
          <p:nvPr/>
        </p:nvSpPr>
        <p:spPr>
          <a:xfrm rot="4701866">
            <a:off x="4289355" y="2759001"/>
            <a:ext cx="448730" cy="227548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7F4BA69-D557-1588-83C2-C9943254ACF6}"/>
                  </a:ext>
                </a:extLst>
              </p:cNvPr>
              <p:cNvSpPr txBox="1"/>
              <p:nvPr/>
            </p:nvSpPr>
            <p:spPr>
              <a:xfrm>
                <a:off x="4661968" y="2582222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7F4BA69-D557-1588-83C2-C9943254AC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1968" y="2582222"/>
                <a:ext cx="270330" cy="369332"/>
              </a:xfrm>
              <a:prstGeom prst="rect">
                <a:avLst/>
              </a:prstGeom>
              <a:blipFill>
                <a:blip r:embed="rId2"/>
                <a:stretch>
                  <a:fillRect l="-25000" r="-18182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Oval 3">
            <a:extLst>
              <a:ext uri="{FF2B5EF4-FFF2-40B4-BE49-F238E27FC236}">
                <a16:creationId xmlns:a16="http://schemas.microsoft.com/office/drawing/2014/main" id="{04F0E248-FD46-0947-6ADF-5FD6A3554832}"/>
              </a:ext>
            </a:extLst>
          </p:cNvPr>
          <p:cNvSpPr/>
          <p:nvPr/>
        </p:nvSpPr>
        <p:spPr>
          <a:xfrm>
            <a:off x="8356032" y="1981200"/>
            <a:ext cx="2102457" cy="21209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69" name="Straight Arrow Connector 19">
            <a:extLst>
              <a:ext uri="{FF2B5EF4-FFF2-40B4-BE49-F238E27FC236}">
                <a16:creationId xmlns:a16="http://schemas.microsoft.com/office/drawing/2014/main" id="{07AA4956-8D9D-7220-8E92-5C9539CC0F5C}"/>
              </a:ext>
            </a:extLst>
          </p:cNvPr>
          <p:cNvCxnSpPr>
            <a:cxnSpLocks/>
          </p:cNvCxnSpPr>
          <p:nvPr/>
        </p:nvCxnSpPr>
        <p:spPr>
          <a:xfrm flipH="1">
            <a:off x="9407260" y="3087606"/>
            <a:ext cx="1556985" cy="0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20">
            <a:extLst>
              <a:ext uri="{FF2B5EF4-FFF2-40B4-BE49-F238E27FC236}">
                <a16:creationId xmlns:a16="http://schemas.microsoft.com/office/drawing/2014/main" id="{8930364A-A9FF-9496-AD49-BFB97F81A8B0}"/>
              </a:ext>
            </a:extLst>
          </p:cNvPr>
          <p:cNvCxnSpPr>
            <a:cxnSpLocks/>
          </p:cNvCxnSpPr>
          <p:nvPr/>
        </p:nvCxnSpPr>
        <p:spPr>
          <a:xfrm flipV="1">
            <a:off x="9407260" y="1018745"/>
            <a:ext cx="0" cy="2096732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F09F1BFA-7BE1-387D-8CEE-81974AE0BA44}"/>
              </a:ext>
            </a:extLst>
          </p:cNvPr>
          <p:cNvSpPr txBox="1"/>
          <p:nvPr/>
        </p:nvSpPr>
        <p:spPr>
          <a:xfrm>
            <a:off x="11006380" y="282883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50665A2-4987-7290-FD08-E704DC4A8848}"/>
              </a:ext>
            </a:extLst>
          </p:cNvPr>
          <p:cNvSpPr txBox="1"/>
          <p:nvPr/>
        </p:nvSpPr>
        <p:spPr>
          <a:xfrm>
            <a:off x="9407259" y="8549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78" name="Straight Arrow Connector 22">
            <a:extLst>
              <a:ext uri="{FF2B5EF4-FFF2-40B4-BE49-F238E27FC236}">
                <a16:creationId xmlns:a16="http://schemas.microsoft.com/office/drawing/2014/main" id="{128CB1F6-D5ED-EBDA-EFA2-EB8394DBC06D}"/>
              </a:ext>
            </a:extLst>
          </p:cNvPr>
          <p:cNvCxnSpPr>
            <a:cxnSpLocks/>
          </p:cNvCxnSpPr>
          <p:nvPr/>
        </p:nvCxnSpPr>
        <p:spPr>
          <a:xfrm flipH="1" flipV="1">
            <a:off x="8656114" y="2828839"/>
            <a:ext cx="715829" cy="23089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Straight Arrow Connector 19">
            <a:extLst>
              <a:ext uri="{FF2B5EF4-FFF2-40B4-BE49-F238E27FC236}">
                <a16:creationId xmlns:a16="http://schemas.microsoft.com/office/drawing/2014/main" id="{EF37BE50-DEEA-C125-46D1-A214E377EC9F}"/>
              </a:ext>
            </a:extLst>
          </p:cNvPr>
          <p:cNvCxnSpPr>
            <a:cxnSpLocks/>
          </p:cNvCxnSpPr>
          <p:nvPr/>
        </p:nvCxnSpPr>
        <p:spPr>
          <a:xfrm flipV="1">
            <a:off x="8278622" y="3059736"/>
            <a:ext cx="1128637" cy="1552529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33DF3E19-ED93-CFF2-CAB8-19358F785F2D}"/>
              </a:ext>
            </a:extLst>
          </p:cNvPr>
          <p:cNvSpPr txBox="1"/>
          <p:nvPr/>
        </p:nvSpPr>
        <p:spPr>
          <a:xfrm>
            <a:off x="8356032" y="4489687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89" name="Straight Arrow Connector 22">
            <a:extLst>
              <a:ext uri="{FF2B5EF4-FFF2-40B4-BE49-F238E27FC236}">
                <a16:creationId xmlns:a16="http://schemas.microsoft.com/office/drawing/2014/main" id="{BF502816-8DA5-6B94-2449-B3934F2C0BDE}"/>
              </a:ext>
            </a:extLst>
          </p:cNvPr>
          <p:cNvCxnSpPr>
            <a:cxnSpLocks/>
          </p:cNvCxnSpPr>
          <p:nvPr/>
        </p:nvCxnSpPr>
        <p:spPr>
          <a:xfrm flipH="1" flipV="1">
            <a:off x="8697575" y="2812982"/>
            <a:ext cx="409605" cy="686600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22">
            <a:extLst>
              <a:ext uri="{FF2B5EF4-FFF2-40B4-BE49-F238E27FC236}">
                <a16:creationId xmlns:a16="http://schemas.microsoft.com/office/drawing/2014/main" id="{A8A60320-A828-602D-203C-160DC05BF21E}"/>
              </a:ext>
            </a:extLst>
          </p:cNvPr>
          <p:cNvCxnSpPr>
            <a:cxnSpLocks/>
          </p:cNvCxnSpPr>
          <p:nvPr/>
        </p:nvCxnSpPr>
        <p:spPr>
          <a:xfrm flipH="1">
            <a:off x="8708367" y="2401697"/>
            <a:ext cx="359659" cy="397750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Straight Arrow Connector 22">
            <a:extLst>
              <a:ext uri="{FF2B5EF4-FFF2-40B4-BE49-F238E27FC236}">
                <a16:creationId xmlns:a16="http://schemas.microsoft.com/office/drawing/2014/main" id="{352E1FEB-FA89-2EAC-20D9-DCCC35FFF44A}"/>
              </a:ext>
            </a:extLst>
          </p:cNvPr>
          <p:cNvCxnSpPr>
            <a:cxnSpLocks/>
          </p:cNvCxnSpPr>
          <p:nvPr/>
        </p:nvCxnSpPr>
        <p:spPr>
          <a:xfrm flipH="1" flipV="1">
            <a:off x="9049345" y="2401697"/>
            <a:ext cx="337977" cy="6399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Straight Arrow Connector 22">
            <a:extLst>
              <a:ext uri="{FF2B5EF4-FFF2-40B4-BE49-F238E27FC236}">
                <a16:creationId xmlns:a16="http://schemas.microsoft.com/office/drawing/2014/main" id="{0088F283-D1DA-E896-1D30-667CAE9E6630}"/>
              </a:ext>
            </a:extLst>
          </p:cNvPr>
          <p:cNvCxnSpPr>
            <a:cxnSpLocks/>
          </p:cNvCxnSpPr>
          <p:nvPr/>
        </p:nvCxnSpPr>
        <p:spPr>
          <a:xfrm flipH="1">
            <a:off x="9092902" y="3076936"/>
            <a:ext cx="294420" cy="4099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막힌 원호 124">
            <a:extLst>
              <a:ext uri="{FF2B5EF4-FFF2-40B4-BE49-F238E27FC236}">
                <a16:creationId xmlns:a16="http://schemas.microsoft.com/office/drawing/2014/main" id="{0FB9D7C2-9769-B207-1E1E-B832102DED82}"/>
              </a:ext>
            </a:extLst>
          </p:cNvPr>
          <p:cNvSpPr/>
          <p:nvPr/>
        </p:nvSpPr>
        <p:spPr>
          <a:xfrm rot="14184790">
            <a:off x="9078423" y="3059226"/>
            <a:ext cx="279822" cy="141896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5A318B9C-9EEE-A303-1A0C-E1AA52D92522}"/>
                  </a:ext>
                </a:extLst>
              </p:cNvPr>
              <p:cNvSpPr txBox="1"/>
              <p:nvPr/>
            </p:nvSpPr>
            <p:spPr>
              <a:xfrm>
                <a:off x="8904532" y="3052387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5A318B9C-9EEE-A303-1A0C-E1AA52D92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532" y="3052387"/>
                <a:ext cx="270330" cy="369332"/>
              </a:xfrm>
              <a:prstGeom prst="rect">
                <a:avLst/>
              </a:prstGeom>
              <a:blipFill>
                <a:blip r:embed="rId3"/>
                <a:stretch>
                  <a:fillRect l="-25000" r="-18182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화살표: 아래쪽 127">
            <a:extLst>
              <a:ext uri="{FF2B5EF4-FFF2-40B4-BE49-F238E27FC236}">
                <a16:creationId xmlns:a16="http://schemas.microsoft.com/office/drawing/2014/main" id="{FC119CFB-B418-0535-E9DD-634691D8BA00}"/>
              </a:ext>
            </a:extLst>
          </p:cNvPr>
          <p:cNvSpPr/>
          <p:nvPr/>
        </p:nvSpPr>
        <p:spPr>
          <a:xfrm rot="3217201">
            <a:off x="4078016" y="1128800"/>
            <a:ext cx="460574" cy="9907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4B67F157-820A-3D3A-B29F-F2AF00FC54D1}"/>
              </a:ext>
            </a:extLst>
          </p:cNvPr>
          <p:cNvSpPr txBox="1"/>
          <p:nvPr/>
        </p:nvSpPr>
        <p:spPr>
          <a:xfrm>
            <a:off x="4711605" y="1082534"/>
            <a:ext cx="4012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ngsuh" panose="02030600000101010101" pitchFamily="18" charset="-127"/>
                <a:ea typeface="Gungsuh" panose="02030600000101010101" pitchFamily="18" charset="-127"/>
              </a:rPr>
              <a:t>Look at from this perspective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EE8E338-E26F-D850-F319-3470B2D3BED6}"/>
                  </a:ext>
                </a:extLst>
              </p:cNvPr>
              <p:cNvSpPr txBox="1"/>
              <p:nvPr/>
            </p:nvSpPr>
            <p:spPr>
              <a:xfrm rot="21357679">
                <a:off x="9194402" y="3211586"/>
                <a:ext cx="28341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EE8E338-E26F-D850-F319-3470B2D3B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357679">
                <a:off x="9194402" y="3211586"/>
                <a:ext cx="283411" cy="369332"/>
              </a:xfrm>
              <a:prstGeom prst="rect">
                <a:avLst/>
              </a:prstGeom>
              <a:blipFill>
                <a:blip r:embed="rId4"/>
                <a:stretch>
                  <a:fillRect l="-31373" t="-3125" r="-29412" b="-32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2F9BC21-A2B1-D757-7F0F-231774C5EB1A}"/>
                  </a:ext>
                </a:extLst>
              </p:cNvPr>
              <p:cNvSpPr txBox="1"/>
              <p:nvPr/>
            </p:nvSpPr>
            <p:spPr>
              <a:xfrm rot="20180983">
                <a:off x="8939007" y="2035808"/>
                <a:ext cx="39658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2F9BC21-A2B1-D757-7F0F-231774C5E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180983">
                <a:off x="8939007" y="2035808"/>
                <a:ext cx="396582" cy="369332"/>
              </a:xfrm>
              <a:prstGeom prst="rect">
                <a:avLst/>
              </a:prstGeom>
              <a:blipFill>
                <a:blip r:embed="rId5"/>
                <a:stretch>
                  <a:fillRect l="-9412" r="-1176" b="-7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5363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BC226BDC-0CB6-26DE-991B-89CA9E79C5E9}"/>
              </a:ext>
            </a:extLst>
          </p:cNvPr>
          <p:cNvSpPr/>
          <p:nvPr/>
        </p:nvSpPr>
        <p:spPr>
          <a:xfrm>
            <a:off x="2597150" y="810635"/>
            <a:ext cx="2997200" cy="4749800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19">
            <a:extLst>
              <a:ext uri="{FF2B5EF4-FFF2-40B4-BE49-F238E27FC236}">
                <a16:creationId xmlns:a16="http://schemas.microsoft.com/office/drawing/2014/main" id="{523D071C-121D-A032-2720-D28BF21A1251}"/>
              </a:ext>
            </a:extLst>
          </p:cNvPr>
          <p:cNvCxnSpPr>
            <a:cxnSpLocks/>
          </p:cNvCxnSpPr>
          <p:nvPr/>
        </p:nvCxnSpPr>
        <p:spPr>
          <a:xfrm flipH="1">
            <a:off x="4196798" y="3474956"/>
            <a:ext cx="1556985" cy="0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20">
            <a:extLst>
              <a:ext uri="{FF2B5EF4-FFF2-40B4-BE49-F238E27FC236}">
                <a16:creationId xmlns:a16="http://schemas.microsoft.com/office/drawing/2014/main" id="{DF332429-EE6C-28DC-FEFB-88421ED4E9D2}"/>
              </a:ext>
            </a:extLst>
          </p:cNvPr>
          <p:cNvCxnSpPr>
            <a:cxnSpLocks/>
          </p:cNvCxnSpPr>
          <p:nvPr/>
        </p:nvCxnSpPr>
        <p:spPr>
          <a:xfrm flipV="1">
            <a:off x="4196798" y="1406095"/>
            <a:ext cx="0" cy="2096732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2F6E254-9F7D-C8C6-CBF1-DEE83AD4D96D}"/>
              </a:ext>
            </a:extLst>
          </p:cNvPr>
          <p:cNvSpPr txBox="1"/>
          <p:nvPr/>
        </p:nvSpPr>
        <p:spPr>
          <a:xfrm>
            <a:off x="5795918" y="321618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6FB2F9-CEEF-5C71-38C6-B799E7956BA7}"/>
              </a:ext>
            </a:extLst>
          </p:cNvPr>
          <p:cNvSpPr txBox="1"/>
          <p:nvPr/>
        </p:nvSpPr>
        <p:spPr>
          <a:xfrm>
            <a:off x="4196797" y="124229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9" name="Straight Arrow Connector 22">
            <a:extLst>
              <a:ext uri="{FF2B5EF4-FFF2-40B4-BE49-F238E27FC236}">
                <a16:creationId xmlns:a16="http://schemas.microsoft.com/office/drawing/2014/main" id="{D51E3D2A-D8EB-0221-0D95-E2EDDF890051}"/>
              </a:ext>
            </a:extLst>
          </p:cNvPr>
          <p:cNvCxnSpPr>
            <a:cxnSpLocks/>
          </p:cNvCxnSpPr>
          <p:nvPr/>
        </p:nvCxnSpPr>
        <p:spPr>
          <a:xfrm flipH="1" flipV="1">
            <a:off x="3445652" y="3216189"/>
            <a:ext cx="715829" cy="23089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19">
            <a:extLst>
              <a:ext uri="{FF2B5EF4-FFF2-40B4-BE49-F238E27FC236}">
                <a16:creationId xmlns:a16="http://schemas.microsoft.com/office/drawing/2014/main" id="{B9FD379B-DBBB-FF5A-A185-5907F4F2BF8D}"/>
              </a:ext>
            </a:extLst>
          </p:cNvPr>
          <p:cNvCxnSpPr>
            <a:cxnSpLocks/>
          </p:cNvCxnSpPr>
          <p:nvPr/>
        </p:nvCxnSpPr>
        <p:spPr>
          <a:xfrm flipV="1">
            <a:off x="3068160" y="3447086"/>
            <a:ext cx="1128637" cy="1552529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8631936-F4D8-87D8-2232-104A29320EC1}"/>
              </a:ext>
            </a:extLst>
          </p:cNvPr>
          <p:cNvSpPr txBox="1"/>
          <p:nvPr/>
        </p:nvSpPr>
        <p:spPr>
          <a:xfrm>
            <a:off x="3145570" y="4877037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6" name="막힌 원호 15">
            <a:extLst>
              <a:ext uri="{FF2B5EF4-FFF2-40B4-BE49-F238E27FC236}">
                <a16:creationId xmlns:a16="http://schemas.microsoft.com/office/drawing/2014/main" id="{EDF5AAF4-1BED-B736-D163-3561D851422D}"/>
              </a:ext>
            </a:extLst>
          </p:cNvPr>
          <p:cNvSpPr/>
          <p:nvPr/>
        </p:nvSpPr>
        <p:spPr>
          <a:xfrm rot="14184790">
            <a:off x="3867961" y="3446576"/>
            <a:ext cx="279822" cy="141896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40D176-7991-90F6-4B0F-AD3F045B9EE7}"/>
                  </a:ext>
                </a:extLst>
              </p:cNvPr>
              <p:cNvSpPr txBox="1"/>
              <p:nvPr/>
            </p:nvSpPr>
            <p:spPr>
              <a:xfrm>
                <a:off x="3694070" y="3439737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40D176-7991-90F6-4B0F-AD3F045B9E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4070" y="3439737"/>
                <a:ext cx="270330" cy="369332"/>
              </a:xfrm>
              <a:prstGeom prst="rect">
                <a:avLst/>
              </a:prstGeom>
              <a:blipFill>
                <a:blip r:embed="rId2"/>
                <a:stretch>
                  <a:fillRect l="-25000" r="-18182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평행 사변형 19">
            <a:extLst>
              <a:ext uri="{FF2B5EF4-FFF2-40B4-BE49-F238E27FC236}">
                <a16:creationId xmlns:a16="http://schemas.microsoft.com/office/drawing/2014/main" id="{40D37189-5906-ACDA-8E6B-7594B8B30C1D}"/>
              </a:ext>
            </a:extLst>
          </p:cNvPr>
          <p:cNvSpPr/>
          <p:nvPr/>
        </p:nvSpPr>
        <p:spPr>
          <a:xfrm rot="809408">
            <a:off x="1849987" y="995836"/>
            <a:ext cx="4693622" cy="4440704"/>
          </a:xfrm>
          <a:prstGeom prst="parallelogram">
            <a:avLst/>
          </a:prstGeom>
          <a:solidFill>
            <a:srgbClr val="324D66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1C144106-931E-4B17-7E10-56DD87B9924B}"/>
              </a:ext>
            </a:extLst>
          </p:cNvPr>
          <p:cNvCxnSpPr>
            <a:cxnSpLocks/>
          </p:cNvCxnSpPr>
          <p:nvPr/>
        </p:nvCxnSpPr>
        <p:spPr>
          <a:xfrm>
            <a:off x="2597150" y="2527300"/>
            <a:ext cx="2997200" cy="17589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F4C7975-B001-A1D7-2EA6-590C481C18EC}"/>
                  </a:ext>
                </a:extLst>
              </p:cNvPr>
              <p:cNvSpPr txBox="1"/>
              <p:nvPr/>
            </p:nvSpPr>
            <p:spPr>
              <a:xfrm rot="21330595">
                <a:off x="2941996" y="2345647"/>
                <a:ext cx="5786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𝑇𝐸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F4C7975-B001-A1D7-2EA6-590C481C1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330595">
                <a:off x="2941996" y="2345647"/>
                <a:ext cx="578620" cy="369332"/>
              </a:xfrm>
              <a:prstGeom prst="rect">
                <a:avLst/>
              </a:prstGeom>
              <a:blipFill>
                <a:blip r:embed="rId3"/>
                <a:stretch>
                  <a:fillRect l="-9000" r="-2000" b="-7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98664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9AA68-DDEC-F3D7-35E8-8926B5212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B0115726-E806-55EE-2B83-000BF5746B61}"/>
              </a:ext>
            </a:extLst>
          </p:cNvPr>
          <p:cNvGrpSpPr/>
          <p:nvPr/>
        </p:nvGrpSpPr>
        <p:grpSpPr>
          <a:xfrm>
            <a:off x="618799" y="1281136"/>
            <a:ext cx="7079648" cy="4663773"/>
            <a:chOff x="-1373774" y="1231188"/>
            <a:chExt cx="7079648" cy="4663773"/>
          </a:xfrm>
        </p:grpSpPr>
        <p:sp>
          <p:nvSpPr>
            <p:cNvPr id="180" name="二等辺三角形 179">
              <a:extLst>
                <a:ext uri="{FF2B5EF4-FFF2-40B4-BE49-F238E27FC236}">
                  <a16:creationId xmlns:a16="http://schemas.microsoft.com/office/drawing/2014/main" id="{94C44971-444A-E1C1-8841-CAF1141CCDB3}"/>
                </a:ext>
              </a:extLst>
            </p:cNvPr>
            <p:cNvSpPr/>
            <p:nvPr/>
          </p:nvSpPr>
          <p:spPr>
            <a:xfrm rot="8323263">
              <a:off x="707068" y="1526725"/>
              <a:ext cx="1427346" cy="3305339"/>
            </a:xfrm>
            <a:prstGeom prst="triangle">
              <a:avLst>
                <a:gd name="adj" fmla="val 0"/>
              </a:avLst>
            </a:prstGeom>
            <a:solidFill>
              <a:schemeClr val="bg2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正方形/長方形 35">
              <a:extLst>
                <a:ext uri="{FF2B5EF4-FFF2-40B4-BE49-F238E27FC236}">
                  <a16:creationId xmlns:a16="http://schemas.microsoft.com/office/drawing/2014/main" id="{CC7B028F-2901-FE64-86EA-6EA3D3AECFA4}"/>
                </a:ext>
              </a:extLst>
            </p:cNvPr>
            <p:cNvSpPr/>
            <p:nvPr/>
          </p:nvSpPr>
          <p:spPr>
            <a:xfrm rot="3743983">
              <a:off x="-885231" y="1162212"/>
              <a:ext cx="2422166" cy="33992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二等辺三角形 30">
              <a:extLst>
                <a:ext uri="{FF2B5EF4-FFF2-40B4-BE49-F238E27FC236}">
                  <a16:creationId xmlns:a16="http://schemas.microsoft.com/office/drawing/2014/main" id="{BDE71F19-20A1-802F-45AD-59663E22BDD1}"/>
                </a:ext>
              </a:extLst>
            </p:cNvPr>
            <p:cNvSpPr/>
            <p:nvPr/>
          </p:nvSpPr>
          <p:spPr>
            <a:xfrm rot="19105234">
              <a:off x="3578609" y="3339293"/>
              <a:ext cx="885421" cy="2130097"/>
            </a:xfrm>
            <a:prstGeom prst="triangle">
              <a:avLst>
                <a:gd name="adj" fmla="val 0"/>
              </a:avLst>
            </a:prstGeom>
            <a:solidFill>
              <a:schemeClr val="bg2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ABF489C3-516F-435A-1F7B-E5E06E2346E6}"/>
                </a:ext>
              </a:extLst>
            </p:cNvPr>
            <p:cNvSpPr/>
            <p:nvPr/>
          </p:nvSpPr>
          <p:spPr>
            <a:xfrm rot="1777756">
              <a:off x="4571930" y="4766818"/>
              <a:ext cx="939369" cy="11281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69EF57C9-3445-51C0-1A67-1BF3586C3C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1919" y="2923745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sp>
          <p:nvSpPr>
            <p:cNvPr id="178" name="円弧 177">
              <a:extLst>
                <a:ext uri="{FF2B5EF4-FFF2-40B4-BE49-F238E27FC236}">
                  <a16:creationId xmlns:a16="http://schemas.microsoft.com/office/drawing/2014/main" id="{0518B459-13B7-E8F1-5C65-6D5864A8F32B}"/>
                </a:ext>
              </a:extLst>
            </p:cNvPr>
            <p:cNvSpPr/>
            <p:nvPr/>
          </p:nvSpPr>
          <p:spPr>
            <a:xfrm rot="16200000">
              <a:off x="2459254" y="3516836"/>
              <a:ext cx="301908" cy="252800"/>
            </a:xfrm>
            <a:prstGeom prst="arc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3" name="直線コネクタ 172">
              <a:extLst>
                <a:ext uri="{FF2B5EF4-FFF2-40B4-BE49-F238E27FC236}">
                  <a16:creationId xmlns:a16="http://schemas.microsoft.com/office/drawing/2014/main" id="{0E062E9A-F9D9-E5DA-F0EF-C6E5231348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95779" y="2824353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63" name="直線矢印コネクタ 162">
              <a:extLst>
                <a:ext uri="{FF2B5EF4-FFF2-40B4-BE49-F238E27FC236}">
                  <a16:creationId xmlns:a16="http://schemas.microsoft.com/office/drawing/2014/main" id="{17E9F655-18B7-0116-BFC1-FB8A1E2DD4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6740" y="1699147"/>
              <a:ext cx="1934960" cy="22357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29" name="直線コネクタ 128">
              <a:extLst>
                <a:ext uri="{FF2B5EF4-FFF2-40B4-BE49-F238E27FC236}">
                  <a16:creationId xmlns:a16="http://schemas.microsoft.com/office/drawing/2014/main" id="{48135102-48D7-1B27-88D8-C266BD36DE1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4186" y="2902292"/>
              <a:ext cx="4800402" cy="228511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直方体 129">
              <a:extLst>
                <a:ext uri="{FF2B5EF4-FFF2-40B4-BE49-F238E27FC236}">
                  <a16:creationId xmlns:a16="http://schemas.microsoft.com/office/drawing/2014/main" id="{7DEAD4EC-F38F-89E2-F41F-B61BE82A6D9F}"/>
                </a:ext>
              </a:extLst>
            </p:cNvPr>
            <p:cNvSpPr/>
            <p:nvPr/>
          </p:nvSpPr>
          <p:spPr>
            <a:xfrm rot="10800000" flipV="1">
              <a:off x="1103376" y="2144463"/>
              <a:ext cx="3453647" cy="3280211"/>
            </a:xfrm>
            <a:prstGeom prst="cube">
              <a:avLst>
                <a:gd name="adj" fmla="val 16324"/>
              </a:avLst>
            </a:prstGeom>
            <a:gradFill>
              <a:gsLst>
                <a:gs pos="0">
                  <a:schemeClr val="accent1">
                    <a:satMod val="103000"/>
                    <a:lumMod val="102000"/>
                    <a:tint val="94000"/>
                    <a:alpha val="50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  <a:alpha val="5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  <a:alpha val="50000"/>
                  </a:schemeClr>
                </a:gs>
              </a:gsLst>
            </a:gradFill>
            <a:scene3d>
              <a:camera prst="orthographicFront">
                <a:rot lat="600000" lon="19200000" rev="0"/>
              </a:camera>
              <a:lightRig rig="threePt" dir="t"/>
            </a:scene3d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1" name="直線コネクタ 130">
              <a:extLst>
                <a:ext uri="{FF2B5EF4-FFF2-40B4-BE49-F238E27FC236}">
                  <a16:creationId xmlns:a16="http://schemas.microsoft.com/office/drawing/2014/main" id="{95D827C9-24A9-F348-593D-E133CBD51F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0284" y="3542322"/>
              <a:ext cx="5575590" cy="790353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コネクタ 131">
              <a:extLst>
                <a:ext uri="{FF2B5EF4-FFF2-40B4-BE49-F238E27FC236}">
                  <a16:creationId xmlns:a16="http://schemas.microsoft.com/office/drawing/2014/main" id="{AA30353D-95B6-59DD-4DFE-ACEC9D3B5B6C}"/>
                </a:ext>
              </a:extLst>
            </p:cNvPr>
            <p:cNvCxnSpPr>
              <a:cxnSpLocks/>
            </p:cNvCxnSpPr>
            <p:nvPr/>
          </p:nvCxnSpPr>
          <p:spPr>
            <a:xfrm>
              <a:off x="3010072" y="1385976"/>
              <a:ext cx="0" cy="2550589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線コネクタ 134">
              <a:extLst>
                <a:ext uri="{FF2B5EF4-FFF2-40B4-BE49-F238E27FC236}">
                  <a16:creationId xmlns:a16="http://schemas.microsoft.com/office/drawing/2014/main" id="{54B33FA6-89B3-DBC7-B345-7CCFFB2512C2}"/>
                </a:ext>
              </a:extLst>
            </p:cNvPr>
            <p:cNvCxnSpPr>
              <a:cxnSpLocks/>
            </p:cNvCxnSpPr>
            <p:nvPr/>
          </p:nvCxnSpPr>
          <p:spPr>
            <a:xfrm>
              <a:off x="1531875" y="3641603"/>
              <a:ext cx="372635" cy="436057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0" name="二等辺三角形 139">
              <a:extLst>
                <a:ext uri="{FF2B5EF4-FFF2-40B4-BE49-F238E27FC236}">
                  <a16:creationId xmlns:a16="http://schemas.microsoft.com/office/drawing/2014/main" id="{E8B2045E-0C1B-7D26-C9EA-444A90235C59}"/>
                </a:ext>
              </a:extLst>
            </p:cNvPr>
            <p:cNvSpPr/>
            <p:nvPr/>
          </p:nvSpPr>
          <p:spPr>
            <a:xfrm rot="912908">
              <a:off x="191573" y="3781640"/>
              <a:ext cx="4428076" cy="1155771"/>
            </a:xfrm>
            <a:prstGeom prst="triangle">
              <a:avLst>
                <a:gd name="adj" fmla="val 60257"/>
              </a:avLst>
            </a:prstGeom>
            <a:solidFill>
              <a:schemeClr val="bg2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二等辺三角形 140">
              <a:extLst>
                <a:ext uri="{FF2B5EF4-FFF2-40B4-BE49-F238E27FC236}">
                  <a16:creationId xmlns:a16="http://schemas.microsoft.com/office/drawing/2014/main" id="{0664521F-1DC3-47CC-51DE-CA2ADA353317}"/>
                </a:ext>
              </a:extLst>
            </p:cNvPr>
            <p:cNvSpPr/>
            <p:nvPr/>
          </p:nvSpPr>
          <p:spPr>
            <a:xfrm rot="17954400" flipH="1">
              <a:off x="2983728" y="3053239"/>
              <a:ext cx="2202807" cy="1982192"/>
            </a:xfrm>
            <a:prstGeom prst="triangle">
              <a:avLst>
                <a:gd name="adj" fmla="val 68976"/>
              </a:avLst>
            </a:prstGeom>
            <a:solidFill>
              <a:schemeClr val="bg2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2" name="直線矢印コネクタ 141">
              <a:extLst>
                <a:ext uri="{FF2B5EF4-FFF2-40B4-BE49-F238E27FC236}">
                  <a16:creationId xmlns:a16="http://schemas.microsoft.com/office/drawing/2014/main" id="{0640FDC6-147F-C85B-57DF-E5A7D51AD91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0072" y="3924459"/>
              <a:ext cx="1430428" cy="161444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直線コネクタ 159">
              <a:extLst>
                <a:ext uri="{FF2B5EF4-FFF2-40B4-BE49-F238E27FC236}">
                  <a16:creationId xmlns:a16="http://schemas.microsoft.com/office/drawing/2014/main" id="{1E6C05B9-529B-9E04-0B29-B52B20DBA0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6528" y="4502466"/>
              <a:ext cx="0" cy="837277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3" name="テキスト ボックス 182">
                  <a:extLst>
                    <a:ext uri="{FF2B5EF4-FFF2-40B4-BE49-F238E27FC236}">
                      <a16:creationId xmlns:a16="http://schemas.microsoft.com/office/drawing/2014/main" id="{2220A236-E7B6-B8D5-330E-0483692E8CD1}"/>
                    </a:ext>
                  </a:extLst>
                </p:cNvPr>
                <p:cNvSpPr txBox="1"/>
                <p:nvPr/>
              </p:nvSpPr>
              <p:spPr>
                <a:xfrm>
                  <a:off x="2191426" y="3206975"/>
                  <a:ext cx="2947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83" name="テキスト ボックス 182">
                  <a:extLst>
                    <a:ext uri="{FF2B5EF4-FFF2-40B4-BE49-F238E27FC236}">
                      <a16:creationId xmlns:a16="http://schemas.microsoft.com/office/drawing/2014/main" id="{2220A236-E7B6-B8D5-330E-0483692E8C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1426" y="3206975"/>
                  <a:ext cx="29476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6327" r="-2041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4" name="テキスト ボックス 183">
                  <a:extLst>
                    <a:ext uri="{FF2B5EF4-FFF2-40B4-BE49-F238E27FC236}">
                      <a16:creationId xmlns:a16="http://schemas.microsoft.com/office/drawing/2014/main" id="{C650E2FB-1953-2D26-014C-BA19119A2481}"/>
                    </a:ext>
                  </a:extLst>
                </p:cNvPr>
                <p:cNvSpPr txBox="1"/>
                <p:nvPr/>
              </p:nvSpPr>
              <p:spPr>
                <a:xfrm>
                  <a:off x="1628300" y="3517192"/>
                  <a:ext cx="20608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84" name="テキスト ボックス 183">
                  <a:extLst>
                    <a:ext uri="{FF2B5EF4-FFF2-40B4-BE49-F238E27FC236}">
                      <a16:creationId xmlns:a16="http://schemas.microsoft.com/office/drawing/2014/main" id="{C650E2FB-1953-2D26-014C-BA19119A24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28300" y="3517192"/>
                  <a:ext cx="20608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26471" r="-20588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1" name="テキスト ボックス 190">
                  <a:extLst>
                    <a:ext uri="{FF2B5EF4-FFF2-40B4-BE49-F238E27FC236}">
                      <a16:creationId xmlns:a16="http://schemas.microsoft.com/office/drawing/2014/main" id="{8B609B1E-7E4A-5827-761E-C335A95A52D0}"/>
                    </a:ext>
                  </a:extLst>
                </p:cNvPr>
                <p:cNvSpPr txBox="1"/>
                <p:nvPr/>
              </p:nvSpPr>
              <p:spPr>
                <a:xfrm>
                  <a:off x="-222636" y="2588521"/>
                  <a:ext cx="128092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𝑂𝑝𝑡𝑖𝑐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𝑎𝑥𝑖𝑠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>
            <p:sp>
              <p:nvSpPr>
                <p:cNvPr id="191" name="テキスト ボックス 190">
                  <a:extLst>
                    <a:ext uri="{FF2B5EF4-FFF2-40B4-BE49-F238E27FC236}">
                      <a16:creationId xmlns:a16="http://schemas.microsoft.com/office/drawing/2014/main" id="{8B609B1E-7E4A-5827-761E-C335A95A52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22636" y="2588521"/>
                  <a:ext cx="128092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5714" t="-2222" r="-1905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6" name="テキスト ボックス 195">
                  <a:extLst>
                    <a:ext uri="{FF2B5EF4-FFF2-40B4-BE49-F238E27FC236}">
                      <a16:creationId xmlns:a16="http://schemas.microsoft.com/office/drawing/2014/main" id="{63CBE710-3964-2FAB-405B-4674A739CE31}"/>
                    </a:ext>
                  </a:extLst>
                </p:cNvPr>
                <p:cNvSpPr txBox="1"/>
                <p:nvPr/>
              </p:nvSpPr>
              <p:spPr>
                <a:xfrm>
                  <a:off x="4513688" y="5322947"/>
                  <a:ext cx="35631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96" name="テキスト ボックス 195">
                  <a:extLst>
                    <a:ext uri="{FF2B5EF4-FFF2-40B4-BE49-F238E27FC236}">
                      <a16:creationId xmlns:a16="http://schemas.microsoft.com/office/drawing/2014/main" id="{63CBE710-3964-2FAB-405B-4674A739CE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13688" y="5322947"/>
                  <a:ext cx="35631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3559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9" name="テキスト ボックス 198">
                  <a:extLst>
                    <a:ext uri="{FF2B5EF4-FFF2-40B4-BE49-F238E27FC236}">
                      <a16:creationId xmlns:a16="http://schemas.microsoft.com/office/drawing/2014/main" id="{60C9A364-4B32-E455-CA63-48F49B29346C}"/>
                    </a:ext>
                  </a:extLst>
                </p:cNvPr>
                <p:cNvSpPr txBox="1"/>
                <p:nvPr/>
              </p:nvSpPr>
              <p:spPr>
                <a:xfrm>
                  <a:off x="387680" y="5396488"/>
                  <a:ext cx="3057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𝒆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99" name="テキスト ボックス 198">
                  <a:extLst>
                    <a:ext uri="{FF2B5EF4-FFF2-40B4-BE49-F238E27FC236}">
                      <a16:creationId xmlns:a16="http://schemas.microsoft.com/office/drawing/2014/main" id="{60C9A364-4B32-E455-CA63-48F49B2934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680" y="5396488"/>
                  <a:ext cx="305789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9804" t="-23913" r="-45098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1" name="テキスト ボックス 200">
                  <a:extLst>
                    <a:ext uri="{FF2B5EF4-FFF2-40B4-BE49-F238E27FC236}">
                      <a16:creationId xmlns:a16="http://schemas.microsoft.com/office/drawing/2014/main" id="{BED4360B-96B6-253A-4733-DFA1FE69D9EA}"/>
                    </a:ext>
                  </a:extLst>
                </p:cNvPr>
                <p:cNvSpPr txBox="1"/>
                <p:nvPr/>
              </p:nvSpPr>
              <p:spPr>
                <a:xfrm>
                  <a:off x="972253" y="4605258"/>
                  <a:ext cx="313419" cy="29892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𝒆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01" name="テキスト ボックス 200">
                  <a:extLst>
                    <a:ext uri="{FF2B5EF4-FFF2-40B4-BE49-F238E27FC236}">
                      <a16:creationId xmlns:a16="http://schemas.microsoft.com/office/drawing/2014/main" id="{BED4360B-96B6-253A-4733-DFA1FE69D9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253" y="4605258"/>
                  <a:ext cx="313419" cy="298928"/>
                </a:xfrm>
                <a:prstGeom prst="rect">
                  <a:avLst/>
                </a:prstGeom>
                <a:blipFill>
                  <a:blip r:embed="rId7"/>
                  <a:stretch>
                    <a:fillRect l="-9615" t="-22449" r="-44231" b="-183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3" name="テキスト ボックス 202">
                  <a:extLst>
                    <a:ext uri="{FF2B5EF4-FFF2-40B4-BE49-F238E27FC236}">
                      <a16:creationId xmlns:a16="http://schemas.microsoft.com/office/drawing/2014/main" id="{FF2BC06A-6AA5-316B-4D11-A64A61B5F8F9}"/>
                    </a:ext>
                  </a:extLst>
                </p:cNvPr>
                <p:cNvSpPr txBox="1"/>
                <p:nvPr/>
              </p:nvSpPr>
              <p:spPr>
                <a:xfrm>
                  <a:off x="283473" y="4672541"/>
                  <a:ext cx="29540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𝒆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03" name="テキスト ボックス 202">
                  <a:extLst>
                    <a:ext uri="{FF2B5EF4-FFF2-40B4-BE49-F238E27FC236}">
                      <a16:creationId xmlns:a16="http://schemas.microsoft.com/office/drawing/2014/main" id="{FF2BC06A-6AA5-316B-4D11-A64A61B5F8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473" y="4672541"/>
                  <a:ext cx="29540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0204" t="-26667" r="-46939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4" name="直線コネクタ 203">
              <a:extLst>
                <a:ext uri="{FF2B5EF4-FFF2-40B4-BE49-F238E27FC236}">
                  <a16:creationId xmlns:a16="http://schemas.microsoft.com/office/drawing/2014/main" id="{8B037684-2025-47E2-23F9-575E618FED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9724" y="5354389"/>
              <a:ext cx="495830" cy="70285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直線コネクタ 205">
              <a:extLst>
                <a:ext uri="{FF2B5EF4-FFF2-40B4-BE49-F238E27FC236}">
                  <a16:creationId xmlns:a16="http://schemas.microsoft.com/office/drawing/2014/main" id="{ADBBE2EF-46F2-47AF-02A5-4D76945F827A}"/>
                </a:ext>
              </a:extLst>
            </p:cNvPr>
            <p:cNvCxnSpPr>
              <a:cxnSpLocks/>
            </p:cNvCxnSpPr>
            <p:nvPr/>
          </p:nvCxnSpPr>
          <p:spPr>
            <a:xfrm>
              <a:off x="1065554" y="4892381"/>
              <a:ext cx="0" cy="447362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線コネクタ 207">
              <a:extLst>
                <a:ext uri="{FF2B5EF4-FFF2-40B4-BE49-F238E27FC236}">
                  <a16:creationId xmlns:a16="http://schemas.microsoft.com/office/drawing/2014/main" id="{BCB8AD9C-EC91-B69E-699F-E113CD1D22C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5142" y="4899048"/>
              <a:ext cx="814729" cy="774439"/>
            </a:xfrm>
            <a:prstGeom prst="line">
              <a:avLst/>
            </a:prstGeom>
            <a:ln w="9525">
              <a:prstDash val="sysDash"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2" name="テキスト ボックス 211">
                  <a:extLst>
                    <a:ext uri="{FF2B5EF4-FFF2-40B4-BE49-F238E27FC236}">
                      <a16:creationId xmlns:a16="http://schemas.microsoft.com/office/drawing/2014/main" id="{ACD6B711-1ED3-37F3-E5CF-452B7C56E62C}"/>
                    </a:ext>
                  </a:extLst>
                </p:cNvPr>
                <p:cNvSpPr txBox="1"/>
                <p:nvPr/>
              </p:nvSpPr>
              <p:spPr>
                <a:xfrm>
                  <a:off x="773841" y="1231188"/>
                  <a:ext cx="45409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12" name="テキスト ボックス 211">
                  <a:extLst>
                    <a:ext uri="{FF2B5EF4-FFF2-40B4-BE49-F238E27FC236}">
                      <a16:creationId xmlns:a16="http://schemas.microsoft.com/office/drawing/2014/main" id="{ACD6B711-1ED3-37F3-E5CF-452B7C56E6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841" y="1231188"/>
                  <a:ext cx="454099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2162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直線コネクタ 4">
              <a:extLst>
                <a:ext uri="{FF2B5EF4-FFF2-40B4-BE49-F238E27FC236}">
                  <a16:creationId xmlns:a16="http://schemas.microsoft.com/office/drawing/2014/main" id="{150392C5-3C01-F447-72B2-A871CBD12E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96504" y="4041472"/>
              <a:ext cx="0" cy="837277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0B90A7AE-15B5-3904-CE1A-2642EE9DE2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8904" y="4193872"/>
              <a:ext cx="0" cy="837277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9B5703FB-FA15-2FD7-7E38-055A7054E8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01304" y="4346272"/>
              <a:ext cx="0" cy="837277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CBD7E590-DAE9-1C12-1E26-E6DBF5AEA5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19871" y="2401591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8CCB6D77-074A-D2FB-AAAE-CC98A68C86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12761" y="2506400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42E6391-B412-F400-998D-FD5BE360AF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94422" y="2613734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52DB9722-CB1A-F077-2BF7-39EDE7799F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92517" y="2719420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60F48FD9-03D9-85AB-75A4-844BE93043CC}"/>
                  </a:ext>
                </a:extLst>
              </p:cNvPr>
              <p:cNvSpPr txBox="1"/>
              <p:nvPr/>
            </p:nvSpPr>
            <p:spPr>
              <a:xfrm>
                <a:off x="1152939" y="6433930"/>
                <a:ext cx="23972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Surface normal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𝒆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60F48FD9-03D9-85AB-75A4-844BE93043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939" y="6433930"/>
                <a:ext cx="2397259" cy="369332"/>
              </a:xfrm>
              <a:prstGeom prst="rect">
                <a:avLst/>
              </a:prstGeom>
              <a:blipFill>
                <a:blip r:embed="rId10"/>
                <a:stretch>
                  <a:fillRect l="-2036" t="-6557" r="-381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51327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32CE8-FC63-0D31-D1DA-1D1A548FD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1" name="グループ化 170">
            <a:extLst>
              <a:ext uri="{FF2B5EF4-FFF2-40B4-BE49-F238E27FC236}">
                <a16:creationId xmlns:a16="http://schemas.microsoft.com/office/drawing/2014/main" id="{676647FD-B9D8-F8CB-BADF-142739ADCF25}"/>
              </a:ext>
            </a:extLst>
          </p:cNvPr>
          <p:cNvGrpSpPr/>
          <p:nvPr/>
        </p:nvGrpSpPr>
        <p:grpSpPr>
          <a:xfrm>
            <a:off x="1437977" y="866518"/>
            <a:ext cx="7797785" cy="5522126"/>
            <a:chOff x="-263823" y="1057018"/>
            <a:chExt cx="7797785" cy="5522126"/>
          </a:xfrm>
        </p:grpSpPr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523E0F75-90EC-EC08-EC0F-ADCD9661C9A2}"/>
                </a:ext>
              </a:extLst>
            </p:cNvPr>
            <p:cNvGrpSpPr/>
            <p:nvPr/>
          </p:nvGrpSpPr>
          <p:grpSpPr>
            <a:xfrm>
              <a:off x="-263823" y="1057018"/>
              <a:ext cx="7797785" cy="4903687"/>
              <a:chOff x="-1373774" y="1231188"/>
              <a:chExt cx="7797785" cy="4903687"/>
            </a:xfrm>
          </p:grpSpPr>
          <p:sp>
            <p:nvSpPr>
              <p:cNvPr id="180" name="二等辺三角形 179">
                <a:extLst>
                  <a:ext uri="{FF2B5EF4-FFF2-40B4-BE49-F238E27FC236}">
                    <a16:creationId xmlns:a16="http://schemas.microsoft.com/office/drawing/2014/main" id="{8F953448-758B-31CD-0A02-20F48018AC22}"/>
                  </a:ext>
                </a:extLst>
              </p:cNvPr>
              <p:cNvSpPr/>
              <p:nvPr/>
            </p:nvSpPr>
            <p:spPr>
              <a:xfrm rot="8323263">
                <a:off x="707068" y="1526725"/>
                <a:ext cx="1427346" cy="3305339"/>
              </a:xfrm>
              <a:prstGeom prst="triangle">
                <a:avLst>
                  <a:gd name="adj" fmla="val 0"/>
                </a:avLst>
              </a:prstGeom>
              <a:solidFill>
                <a:schemeClr val="bg2">
                  <a:lumMod val="5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a16:creationId xmlns:a16="http://schemas.microsoft.com/office/drawing/2014/main" id="{56E31054-4C6F-71D5-6FD0-6EBCCEDE91C6}"/>
                  </a:ext>
                </a:extLst>
              </p:cNvPr>
              <p:cNvSpPr/>
              <p:nvPr/>
            </p:nvSpPr>
            <p:spPr>
              <a:xfrm rot="3743983">
                <a:off x="-885231" y="1162212"/>
                <a:ext cx="2422166" cy="339925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二等辺三角形 30">
                <a:extLst>
                  <a:ext uri="{FF2B5EF4-FFF2-40B4-BE49-F238E27FC236}">
                    <a16:creationId xmlns:a16="http://schemas.microsoft.com/office/drawing/2014/main" id="{053F6D08-41BC-F51C-A6F6-B8CDB7DC25E7}"/>
                  </a:ext>
                </a:extLst>
              </p:cNvPr>
              <p:cNvSpPr/>
              <p:nvPr/>
            </p:nvSpPr>
            <p:spPr>
              <a:xfrm rot="19088861">
                <a:off x="3296095" y="2595169"/>
                <a:ext cx="3127916" cy="2130097"/>
              </a:xfrm>
              <a:prstGeom prst="triangle">
                <a:avLst>
                  <a:gd name="adj" fmla="val 0"/>
                </a:avLst>
              </a:prstGeom>
              <a:solidFill>
                <a:schemeClr val="bg2">
                  <a:lumMod val="5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a16:creationId xmlns:a16="http://schemas.microsoft.com/office/drawing/2014/main" id="{9B4C47D8-5653-946E-25C0-E3D177A3002B}"/>
                  </a:ext>
                </a:extLst>
              </p:cNvPr>
              <p:cNvSpPr/>
              <p:nvPr/>
            </p:nvSpPr>
            <p:spPr>
              <a:xfrm rot="1777756">
                <a:off x="5032056" y="3027111"/>
                <a:ext cx="1176800" cy="305234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直線コネクタ 19">
                <a:extLst>
                  <a:ext uri="{FF2B5EF4-FFF2-40B4-BE49-F238E27FC236}">
                    <a16:creationId xmlns:a16="http://schemas.microsoft.com/office/drawing/2014/main" id="{4069FAE7-DCE3-8368-4C29-3D632838622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81919" y="2923745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178" name="円弧 177">
                <a:extLst>
                  <a:ext uri="{FF2B5EF4-FFF2-40B4-BE49-F238E27FC236}">
                    <a16:creationId xmlns:a16="http://schemas.microsoft.com/office/drawing/2014/main" id="{2A2BC753-74A4-22CD-55C6-2A9758ED9DAA}"/>
                  </a:ext>
                </a:extLst>
              </p:cNvPr>
              <p:cNvSpPr/>
              <p:nvPr/>
            </p:nvSpPr>
            <p:spPr>
              <a:xfrm rot="16200000">
                <a:off x="2459254" y="3516836"/>
                <a:ext cx="301908" cy="252800"/>
              </a:xfrm>
              <a:prstGeom prst="arc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73" name="直線コネクタ 172">
                <a:extLst>
                  <a:ext uri="{FF2B5EF4-FFF2-40B4-BE49-F238E27FC236}">
                    <a16:creationId xmlns:a16="http://schemas.microsoft.com/office/drawing/2014/main" id="{17626213-B6BE-4EBB-34E4-2244CACCEE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95779" y="2824353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63" name="直線矢印コネクタ 162">
                <a:extLst>
                  <a:ext uri="{FF2B5EF4-FFF2-40B4-BE49-F238E27FC236}">
                    <a16:creationId xmlns:a16="http://schemas.microsoft.com/office/drawing/2014/main" id="{FD737309-5506-701E-4240-BC1D9CAB0C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86740" y="1699147"/>
                <a:ext cx="1934960" cy="22357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29" name="直線コネクタ 128">
                <a:extLst>
                  <a:ext uri="{FF2B5EF4-FFF2-40B4-BE49-F238E27FC236}">
                    <a16:creationId xmlns:a16="http://schemas.microsoft.com/office/drawing/2014/main" id="{639B7E91-3F4A-EBBD-C91D-5768D1AF33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44186" y="2902292"/>
                <a:ext cx="4800402" cy="2285112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0" name="直方体 129">
                <a:extLst>
                  <a:ext uri="{FF2B5EF4-FFF2-40B4-BE49-F238E27FC236}">
                    <a16:creationId xmlns:a16="http://schemas.microsoft.com/office/drawing/2014/main" id="{22BFB687-C0E6-FB0D-1AAA-840E9FC83963}"/>
                  </a:ext>
                </a:extLst>
              </p:cNvPr>
              <p:cNvSpPr/>
              <p:nvPr/>
            </p:nvSpPr>
            <p:spPr>
              <a:xfrm rot="10800000" flipV="1">
                <a:off x="1103385" y="2144463"/>
                <a:ext cx="3453647" cy="3280211"/>
              </a:xfrm>
              <a:prstGeom prst="cube">
                <a:avLst>
                  <a:gd name="adj" fmla="val 16324"/>
                </a:avLst>
              </a:prstGeom>
              <a:gradFill>
                <a:gsLst>
                  <a:gs pos="0">
                    <a:schemeClr val="accent1">
                      <a:satMod val="103000"/>
                      <a:lumMod val="102000"/>
                      <a:tint val="94000"/>
                      <a:alpha val="50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  <a:alpha val="5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  <a:alpha val="50000"/>
                    </a:schemeClr>
                  </a:gs>
                </a:gsLst>
              </a:gradFill>
              <a:scene3d>
                <a:camera prst="orthographicFront">
                  <a:rot lat="600000" lon="19200000" rev="0"/>
                </a:camera>
                <a:lightRig rig="threePt" dir="t"/>
              </a:scene3d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31" name="直線コネクタ 130">
                <a:extLst>
                  <a:ext uri="{FF2B5EF4-FFF2-40B4-BE49-F238E27FC236}">
                    <a16:creationId xmlns:a16="http://schemas.microsoft.com/office/drawing/2014/main" id="{1F611055-F9A2-BD5C-B2D4-D911B7632A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0284" y="3542322"/>
                <a:ext cx="5575590" cy="790353"/>
              </a:xfrm>
              <a:prstGeom prst="line">
                <a:avLst/>
              </a:prstGeom>
              <a:ln w="9525">
                <a:prstDash val="sysDash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コネクタ 131">
                <a:extLst>
                  <a:ext uri="{FF2B5EF4-FFF2-40B4-BE49-F238E27FC236}">
                    <a16:creationId xmlns:a16="http://schemas.microsoft.com/office/drawing/2014/main" id="{7E00D959-AC30-E395-E395-2F650D884E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0072" y="1385976"/>
                <a:ext cx="0" cy="2550589"/>
              </a:xfrm>
              <a:prstGeom prst="line">
                <a:avLst/>
              </a:prstGeom>
              <a:ln w="9525">
                <a:prstDash val="sysDash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線コネクタ 134">
                <a:extLst>
                  <a:ext uri="{FF2B5EF4-FFF2-40B4-BE49-F238E27FC236}">
                    <a16:creationId xmlns:a16="http://schemas.microsoft.com/office/drawing/2014/main" id="{8FD917A6-592F-607D-8BF3-628EDE51C2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31875" y="3641603"/>
                <a:ext cx="372635" cy="436057"/>
              </a:xfrm>
              <a:prstGeom prst="line">
                <a:avLst/>
              </a:prstGeom>
              <a:ln w="9525">
                <a:solidFill>
                  <a:schemeClr val="bg2">
                    <a:lumMod val="75000"/>
                  </a:schemeClr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0" name="二等辺三角形 139">
                <a:extLst>
                  <a:ext uri="{FF2B5EF4-FFF2-40B4-BE49-F238E27FC236}">
                    <a16:creationId xmlns:a16="http://schemas.microsoft.com/office/drawing/2014/main" id="{FA72BF2D-E283-9927-82F3-17E3D17C66C2}"/>
                  </a:ext>
                </a:extLst>
              </p:cNvPr>
              <p:cNvSpPr/>
              <p:nvPr/>
            </p:nvSpPr>
            <p:spPr>
              <a:xfrm rot="912908">
                <a:off x="191573" y="3781640"/>
                <a:ext cx="4428076" cy="1155771"/>
              </a:xfrm>
              <a:prstGeom prst="triangle">
                <a:avLst>
                  <a:gd name="adj" fmla="val 60257"/>
                </a:avLst>
              </a:prstGeom>
              <a:solidFill>
                <a:schemeClr val="bg2">
                  <a:lumMod val="5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2" name="直線矢印コネクタ 141">
                <a:extLst>
                  <a:ext uri="{FF2B5EF4-FFF2-40B4-BE49-F238E27FC236}">
                    <a16:creationId xmlns:a16="http://schemas.microsoft.com/office/drawing/2014/main" id="{AC96840D-D78E-8D7F-46E8-A471D899BA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70629" y="3924459"/>
                <a:ext cx="1039443" cy="221041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直線コネクタ 159">
                <a:extLst>
                  <a:ext uri="{FF2B5EF4-FFF2-40B4-BE49-F238E27FC236}">
                    <a16:creationId xmlns:a16="http://schemas.microsoft.com/office/drawing/2014/main" id="{875859F5-07DC-22F0-BAEA-DDF1F9C7152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26727" y="4556663"/>
                <a:ext cx="0" cy="473004"/>
              </a:xfrm>
              <a:prstGeom prst="line">
                <a:avLst/>
              </a:prstGeom>
              <a:ln>
                <a:prstDash val="solid"/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3" name="テキスト ボックス 182">
                    <a:extLst>
                      <a:ext uri="{FF2B5EF4-FFF2-40B4-BE49-F238E27FC236}">
                        <a16:creationId xmlns:a16="http://schemas.microsoft.com/office/drawing/2014/main" id="{023170A7-EE8B-6405-9336-2916FF6DC7E4}"/>
                      </a:ext>
                    </a:extLst>
                  </p:cNvPr>
                  <p:cNvSpPr txBox="1"/>
                  <p:nvPr/>
                </p:nvSpPr>
                <p:spPr>
                  <a:xfrm>
                    <a:off x="2304850" y="3320227"/>
                    <a:ext cx="20229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83" name="テキスト ボックス 182">
                    <a:extLst>
                      <a:ext uri="{FF2B5EF4-FFF2-40B4-BE49-F238E27FC236}">
                        <a16:creationId xmlns:a16="http://schemas.microsoft.com/office/drawing/2014/main" id="{023170A7-EE8B-6405-9336-2916FF6DC7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04850" y="3320227"/>
                    <a:ext cx="202299" cy="27699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3529" r="-17647" b="-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4" name="テキスト ボックス 183">
                    <a:extLst>
                      <a:ext uri="{FF2B5EF4-FFF2-40B4-BE49-F238E27FC236}">
                        <a16:creationId xmlns:a16="http://schemas.microsoft.com/office/drawing/2014/main" id="{183AAB29-C199-3D1E-2A89-CBF81133F7AD}"/>
                      </a:ext>
                    </a:extLst>
                  </p:cNvPr>
                  <p:cNvSpPr txBox="1"/>
                  <p:nvPr/>
                </p:nvSpPr>
                <p:spPr>
                  <a:xfrm>
                    <a:off x="1628300" y="3517192"/>
                    <a:ext cx="206082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84" name="テキスト ボックス 183">
                    <a:extLst>
                      <a:ext uri="{FF2B5EF4-FFF2-40B4-BE49-F238E27FC236}">
                        <a16:creationId xmlns:a16="http://schemas.microsoft.com/office/drawing/2014/main" id="{183AAB29-C199-3D1E-2A89-CBF81133F7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28300" y="3517192"/>
                    <a:ext cx="206082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6471" r="-20588" b="-652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1" name="テキスト ボックス 190">
                    <a:extLst>
                      <a:ext uri="{FF2B5EF4-FFF2-40B4-BE49-F238E27FC236}">
                        <a16:creationId xmlns:a16="http://schemas.microsoft.com/office/drawing/2014/main" id="{D0DA9189-6A2D-5C33-F1C7-7F50887983BB}"/>
                      </a:ext>
                    </a:extLst>
                  </p:cNvPr>
                  <p:cNvSpPr txBox="1"/>
                  <p:nvPr/>
                </p:nvSpPr>
                <p:spPr>
                  <a:xfrm>
                    <a:off x="-222636" y="2588521"/>
                    <a:ext cx="1280928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𝑂𝑝𝑡𝑖𝑐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𝑎𝑥𝑖𝑠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>
              <p:sp>
                <p:nvSpPr>
                  <p:cNvPr id="191" name="テキスト ボックス 190">
                    <a:extLst>
                      <a:ext uri="{FF2B5EF4-FFF2-40B4-BE49-F238E27FC236}">
                        <a16:creationId xmlns:a16="http://schemas.microsoft.com/office/drawing/2014/main" id="{D0DA9189-6A2D-5C33-F1C7-7F50887983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222636" y="2588521"/>
                    <a:ext cx="1280928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5714" t="-2222" r="-1905" b="-3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6" name="テキスト ボックス 195">
                    <a:extLst>
                      <a:ext uri="{FF2B5EF4-FFF2-40B4-BE49-F238E27FC236}">
                        <a16:creationId xmlns:a16="http://schemas.microsoft.com/office/drawing/2014/main" id="{16FBB22E-A9A0-33EF-6667-C1ECD9251DD6}"/>
                      </a:ext>
                    </a:extLst>
                  </p:cNvPr>
                  <p:cNvSpPr txBox="1"/>
                  <p:nvPr/>
                </p:nvSpPr>
                <p:spPr>
                  <a:xfrm>
                    <a:off x="2191748" y="5713540"/>
                    <a:ext cx="484043" cy="28918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96" name="テキスト ボックス 195">
                    <a:extLst>
                      <a:ext uri="{FF2B5EF4-FFF2-40B4-BE49-F238E27FC236}">
                        <a16:creationId xmlns:a16="http://schemas.microsoft.com/office/drawing/2014/main" id="{16FBB22E-A9A0-33EF-6667-C1ECD9251D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91748" y="5713540"/>
                    <a:ext cx="484043" cy="28918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1392" b="-1041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9" name="テキスト ボックス 198">
                    <a:extLst>
                      <a:ext uri="{FF2B5EF4-FFF2-40B4-BE49-F238E27FC236}">
                        <a16:creationId xmlns:a16="http://schemas.microsoft.com/office/drawing/2014/main" id="{FA67BE37-6E72-0E99-6032-D1BB595475CA}"/>
                      </a:ext>
                    </a:extLst>
                  </p:cNvPr>
                  <p:cNvSpPr txBox="1"/>
                  <p:nvPr/>
                </p:nvSpPr>
                <p:spPr>
                  <a:xfrm>
                    <a:off x="387680" y="5396488"/>
                    <a:ext cx="30578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99" name="テキスト ボックス 198">
                    <a:extLst>
                      <a:ext uri="{FF2B5EF4-FFF2-40B4-BE49-F238E27FC236}">
                        <a16:creationId xmlns:a16="http://schemas.microsoft.com/office/drawing/2014/main" id="{FA67BE37-6E72-0E99-6032-D1BB595475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7680" y="5396488"/>
                    <a:ext cx="305789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2000" t="-23913" r="-46000" b="-869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1" name="テキスト ボックス 200">
                    <a:extLst>
                      <a:ext uri="{FF2B5EF4-FFF2-40B4-BE49-F238E27FC236}">
                        <a16:creationId xmlns:a16="http://schemas.microsoft.com/office/drawing/2014/main" id="{074B58AF-8E92-D535-1FCF-BDF1F2891A69}"/>
                      </a:ext>
                    </a:extLst>
                  </p:cNvPr>
                  <p:cNvSpPr txBox="1"/>
                  <p:nvPr/>
                </p:nvSpPr>
                <p:spPr>
                  <a:xfrm>
                    <a:off x="972253" y="4605258"/>
                    <a:ext cx="313419" cy="29892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201" name="テキスト ボックス 200">
                    <a:extLst>
                      <a:ext uri="{FF2B5EF4-FFF2-40B4-BE49-F238E27FC236}">
                        <a16:creationId xmlns:a16="http://schemas.microsoft.com/office/drawing/2014/main" id="{074B58AF-8E92-D535-1FCF-BDF1F2891A6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2253" y="4605258"/>
                    <a:ext cx="313419" cy="298928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1765" t="-22449" r="-45098" b="-183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3" name="テキスト ボックス 202">
                    <a:extLst>
                      <a:ext uri="{FF2B5EF4-FFF2-40B4-BE49-F238E27FC236}">
                        <a16:creationId xmlns:a16="http://schemas.microsoft.com/office/drawing/2014/main" id="{95356ABD-AC5C-BED3-27C2-8A1C46A62254}"/>
                      </a:ext>
                    </a:extLst>
                  </p:cNvPr>
                  <p:cNvSpPr txBox="1"/>
                  <p:nvPr/>
                </p:nvSpPr>
                <p:spPr>
                  <a:xfrm>
                    <a:off x="283473" y="4672541"/>
                    <a:ext cx="295401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203" name="テキスト ボックス 202">
                    <a:extLst>
                      <a:ext uri="{FF2B5EF4-FFF2-40B4-BE49-F238E27FC236}">
                        <a16:creationId xmlns:a16="http://schemas.microsoft.com/office/drawing/2014/main" id="{95356ABD-AC5C-BED3-27C2-8A1C46A622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3473" y="4672541"/>
                    <a:ext cx="29540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2500" t="-26667" r="-47917" b="-111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4" name="直線コネクタ 203">
                <a:extLst>
                  <a:ext uri="{FF2B5EF4-FFF2-40B4-BE49-F238E27FC236}">
                    <a16:creationId xmlns:a16="http://schemas.microsoft.com/office/drawing/2014/main" id="{DEC72EA9-6C8D-49F5-624D-CA5B595110D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9724" y="5354389"/>
                <a:ext cx="495830" cy="70285"/>
              </a:xfrm>
              <a:prstGeom prst="line">
                <a:avLst/>
              </a:prstGeom>
              <a:ln w="9525">
                <a:prstDash val="sysDash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直線コネクタ 205">
                <a:extLst>
                  <a:ext uri="{FF2B5EF4-FFF2-40B4-BE49-F238E27FC236}">
                    <a16:creationId xmlns:a16="http://schemas.microsoft.com/office/drawing/2014/main" id="{9032D9E5-D98D-1577-9FF7-CECCF5E7D8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5554" y="4892381"/>
                <a:ext cx="0" cy="447362"/>
              </a:xfrm>
              <a:prstGeom prst="line">
                <a:avLst/>
              </a:prstGeom>
              <a:ln w="9525">
                <a:prstDash val="sysDash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直線コネクタ 207">
                <a:extLst>
                  <a:ext uri="{FF2B5EF4-FFF2-40B4-BE49-F238E27FC236}">
                    <a16:creationId xmlns:a16="http://schemas.microsoft.com/office/drawing/2014/main" id="{6B74278D-C87D-8862-29F7-368C42A6F1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05142" y="4899048"/>
                <a:ext cx="929433" cy="917711"/>
              </a:xfrm>
              <a:prstGeom prst="line">
                <a:avLst/>
              </a:prstGeom>
              <a:ln w="9525">
                <a:prstDash val="sysDash"/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2" name="テキスト ボックス 211">
                    <a:extLst>
                      <a:ext uri="{FF2B5EF4-FFF2-40B4-BE49-F238E27FC236}">
                        <a16:creationId xmlns:a16="http://schemas.microsoft.com/office/drawing/2014/main" id="{092AF00C-4641-0E1C-0B67-753240ED7557}"/>
                      </a:ext>
                    </a:extLst>
                  </p:cNvPr>
                  <p:cNvSpPr txBox="1"/>
                  <p:nvPr/>
                </p:nvSpPr>
                <p:spPr>
                  <a:xfrm>
                    <a:off x="773841" y="1231188"/>
                    <a:ext cx="45409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212" name="テキスト ボックス 211">
                    <a:extLst>
                      <a:ext uri="{FF2B5EF4-FFF2-40B4-BE49-F238E27FC236}">
                        <a16:creationId xmlns:a16="http://schemas.microsoft.com/office/drawing/2014/main" id="{092AF00C-4641-0E1C-0B67-753240ED755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3841" y="1231188"/>
                    <a:ext cx="454099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0667" b="-130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" name="直線コネクタ 4">
                <a:extLst>
                  <a:ext uri="{FF2B5EF4-FFF2-40B4-BE49-F238E27FC236}">
                    <a16:creationId xmlns:a16="http://schemas.microsoft.com/office/drawing/2014/main" id="{26570B17-F552-E6EA-5480-FE12829441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61936" y="4622934"/>
                <a:ext cx="0" cy="582130"/>
              </a:xfrm>
              <a:prstGeom prst="line">
                <a:avLst/>
              </a:prstGeom>
              <a:ln>
                <a:prstDash val="solid"/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線コネクタ 5">
                <a:extLst>
                  <a:ext uri="{FF2B5EF4-FFF2-40B4-BE49-F238E27FC236}">
                    <a16:creationId xmlns:a16="http://schemas.microsoft.com/office/drawing/2014/main" id="{70412230-B909-5321-2D54-5ED8C391802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318" y="4360085"/>
                <a:ext cx="0" cy="589455"/>
              </a:xfrm>
              <a:prstGeom prst="line">
                <a:avLst/>
              </a:prstGeom>
              <a:ln>
                <a:prstDash val="solid"/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コネクタ 6">
                <a:extLst>
                  <a:ext uri="{FF2B5EF4-FFF2-40B4-BE49-F238E27FC236}">
                    <a16:creationId xmlns:a16="http://schemas.microsoft.com/office/drawing/2014/main" id="{E7C3E9B0-9473-D3DB-E115-BAA569A6627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18072" y="4884097"/>
                <a:ext cx="0" cy="540577"/>
              </a:xfrm>
              <a:prstGeom prst="line">
                <a:avLst/>
              </a:prstGeom>
              <a:ln>
                <a:prstDash val="solid"/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線コネクタ 11">
                <a:extLst>
                  <a:ext uri="{FF2B5EF4-FFF2-40B4-BE49-F238E27FC236}">
                    <a16:creationId xmlns:a16="http://schemas.microsoft.com/office/drawing/2014/main" id="{63F6F569-48BB-671E-B253-615713DFC82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419871" y="2401591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3" name="直線コネクタ 12">
                <a:extLst>
                  <a:ext uri="{FF2B5EF4-FFF2-40B4-BE49-F238E27FC236}">
                    <a16:creationId xmlns:a16="http://schemas.microsoft.com/office/drawing/2014/main" id="{F9C66CBD-B29E-8B38-0297-479F654AF13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12761" y="2506400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4" name="直線コネクタ 13">
                <a:extLst>
                  <a:ext uri="{FF2B5EF4-FFF2-40B4-BE49-F238E27FC236}">
                    <a16:creationId xmlns:a16="http://schemas.microsoft.com/office/drawing/2014/main" id="{EA0651D3-F6F3-ED88-396E-B1551949C6B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94422" y="2613734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316CBBD2-3CDF-8AB8-23AB-00BE64B8D7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692517" y="2719420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</p:grp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37DA9B1E-7E83-1C5A-34AE-7B7E7D6EAAF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126088" y="3750788"/>
              <a:ext cx="2251898" cy="154975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直線コネクタ 44">
              <a:extLst>
                <a:ext uri="{FF2B5EF4-FFF2-40B4-BE49-F238E27FC236}">
                  <a16:creationId xmlns:a16="http://schemas.microsoft.com/office/drawing/2014/main" id="{95E6A913-5B89-DE48-23E5-C409E51A29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70309" y="4464830"/>
              <a:ext cx="0" cy="477062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288B4B7A-E52F-C99A-6E89-382554E3C1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23639" y="4554194"/>
              <a:ext cx="0" cy="491695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コネクタ 49">
              <a:extLst>
                <a:ext uri="{FF2B5EF4-FFF2-40B4-BE49-F238E27FC236}">
                  <a16:creationId xmlns:a16="http://schemas.microsoft.com/office/drawing/2014/main" id="{4332A866-32C7-5247-FECA-A36AA40669A7}"/>
                </a:ext>
              </a:extLst>
            </p:cNvPr>
            <p:cNvCxnSpPr>
              <a:cxnSpLocks/>
              <a:stCxn id="140" idx="0"/>
            </p:cNvCxnSpPr>
            <p:nvPr/>
          </p:nvCxnSpPr>
          <p:spPr>
            <a:xfrm>
              <a:off x="4105492" y="3746925"/>
              <a:ext cx="1757243" cy="1985809"/>
            </a:xfrm>
            <a:prstGeom prst="line">
              <a:avLst/>
            </a:prstGeom>
            <a:ln w="9525"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87CA5E10-8FFB-FF0D-4C15-679FFB0122AE}"/>
                    </a:ext>
                  </a:extLst>
                </p:cNvPr>
                <p:cNvSpPr txBox="1"/>
                <p:nvPr/>
              </p:nvSpPr>
              <p:spPr>
                <a:xfrm>
                  <a:off x="6381881" y="5226554"/>
                  <a:ext cx="489365" cy="28918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87CA5E10-8FFB-FF0D-4C15-679FFB0122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1881" y="5226554"/>
                  <a:ext cx="489365" cy="289182"/>
                </a:xfrm>
                <a:prstGeom prst="rect">
                  <a:avLst/>
                </a:prstGeom>
                <a:blipFill>
                  <a:blip r:embed="rId10"/>
                  <a:stretch>
                    <a:fillRect l="-10000" b="-104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3" name="円弧 62">
              <a:extLst>
                <a:ext uri="{FF2B5EF4-FFF2-40B4-BE49-F238E27FC236}">
                  <a16:creationId xmlns:a16="http://schemas.microsoft.com/office/drawing/2014/main" id="{2D9CC5A0-C964-FFF0-E492-7C7F2DEE61EA}"/>
                </a:ext>
              </a:extLst>
            </p:cNvPr>
            <p:cNvSpPr/>
            <p:nvPr/>
          </p:nvSpPr>
          <p:spPr>
            <a:xfrm rot="7190372">
              <a:off x="3844941" y="3571613"/>
              <a:ext cx="594736" cy="581752"/>
            </a:xfrm>
            <a:prstGeom prst="arc">
              <a:avLst>
                <a:gd name="adj1" fmla="val 17020275"/>
                <a:gd name="adj2" fmla="val 0"/>
              </a:avLst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円弧 132">
              <a:extLst>
                <a:ext uri="{FF2B5EF4-FFF2-40B4-BE49-F238E27FC236}">
                  <a16:creationId xmlns:a16="http://schemas.microsoft.com/office/drawing/2014/main" id="{0C0F2BBB-A0F2-09E4-7A21-C03B3DD56AF8}"/>
                </a:ext>
              </a:extLst>
            </p:cNvPr>
            <p:cNvSpPr/>
            <p:nvPr/>
          </p:nvSpPr>
          <p:spPr>
            <a:xfrm rot="4984093">
              <a:off x="4290369" y="3897744"/>
              <a:ext cx="170487" cy="161675"/>
            </a:xfrm>
            <a:prstGeom prst="arc">
              <a:avLst>
                <a:gd name="adj1" fmla="val 17020275"/>
                <a:gd name="adj2" fmla="val 0"/>
              </a:avLst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7" name="テキスト ボックス 136">
                  <a:extLst>
                    <a:ext uri="{FF2B5EF4-FFF2-40B4-BE49-F238E27FC236}">
                      <a16:creationId xmlns:a16="http://schemas.microsoft.com/office/drawing/2014/main" id="{67EA756C-7178-2337-255A-A4B77D6AF8D1}"/>
                    </a:ext>
                  </a:extLst>
                </p:cNvPr>
                <p:cNvSpPr txBox="1"/>
                <p:nvPr/>
              </p:nvSpPr>
              <p:spPr>
                <a:xfrm>
                  <a:off x="4082514" y="4260279"/>
                  <a:ext cx="28187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37" name="テキスト ボックス 136">
                  <a:extLst>
                    <a:ext uri="{FF2B5EF4-FFF2-40B4-BE49-F238E27FC236}">
                      <a16:creationId xmlns:a16="http://schemas.microsoft.com/office/drawing/2014/main" id="{67EA756C-7178-2337-255A-A4B77D6AF8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2514" y="4260279"/>
                  <a:ext cx="28187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19565" r="-2174" b="-2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9" name="テキスト ボックス 138">
                  <a:extLst>
                    <a:ext uri="{FF2B5EF4-FFF2-40B4-BE49-F238E27FC236}">
                      <a16:creationId xmlns:a16="http://schemas.microsoft.com/office/drawing/2014/main" id="{14B5F41D-01F2-C36C-6088-61A4F03794DA}"/>
                    </a:ext>
                  </a:extLst>
                </p:cNvPr>
                <p:cNvSpPr txBox="1"/>
                <p:nvPr/>
              </p:nvSpPr>
              <p:spPr>
                <a:xfrm>
                  <a:off x="4423649" y="3679223"/>
                  <a:ext cx="28719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39" name="テキスト ボックス 138">
                  <a:extLst>
                    <a:ext uri="{FF2B5EF4-FFF2-40B4-BE49-F238E27FC236}">
                      <a16:creationId xmlns:a16="http://schemas.microsoft.com/office/drawing/2014/main" id="{14B5F41D-01F2-C36C-6088-61A4F03794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3649" y="3679223"/>
                  <a:ext cx="287194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19149" r="-2128" b="-2173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4" name="テキスト ボックス 143">
                  <a:extLst>
                    <a:ext uri="{FF2B5EF4-FFF2-40B4-BE49-F238E27FC236}">
                      <a16:creationId xmlns:a16="http://schemas.microsoft.com/office/drawing/2014/main" id="{49E8488A-CE86-DE29-4D91-21BFADF57941}"/>
                    </a:ext>
                  </a:extLst>
                </p:cNvPr>
                <p:cNvSpPr txBox="1"/>
                <p:nvPr/>
              </p:nvSpPr>
              <p:spPr>
                <a:xfrm>
                  <a:off x="270317" y="6209812"/>
                  <a:ext cx="239725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Surface normal =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e>
                          </m:ac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a14:m>
                  <a:r>
                    <a:rPr lang="en-US" dirty="0"/>
                    <a:t> </a:t>
                  </a:r>
                </a:p>
              </p:txBody>
            </p:sp>
          </mc:Choice>
          <mc:Fallback>
            <p:sp>
              <p:nvSpPr>
                <p:cNvPr id="144" name="テキスト ボックス 143">
                  <a:extLst>
                    <a:ext uri="{FF2B5EF4-FFF2-40B4-BE49-F238E27FC236}">
                      <a16:creationId xmlns:a16="http://schemas.microsoft.com/office/drawing/2014/main" id="{49E8488A-CE86-DE29-4D91-21BFADF579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17" y="6209812"/>
                  <a:ext cx="2397259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290" t="-6557" r="-3562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08229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C7BEA-F87B-6FB3-C933-7CF020443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平行四辺形 290">
            <a:extLst>
              <a:ext uri="{FF2B5EF4-FFF2-40B4-BE49-F238E27FC236}">
                <a16:creationId xmlns:a16="http://schemas.microsoft.com/office/drawing/2014/main" id="{4032F71E-450D-7E1F-90C2-0635FB33D38F}"/>
              </a:ext>
            </a:extLst>
          </p:cNvPr>
          <p:cNvSpPr/>
          <p:nvPr/>
        </p:nvSpPr>
        <p:spPr>
          <a:xfrm flipV="1">
            <a:off x="10672040" y="2687721"/>
            <a:ext cx="3970518" cy="1782832"/>
          </a:xfrm>
          <a:prstGeom prst="parallelogram">
            <a:avLst>
              <a:gd name="adj" fmla="val 105300"/>
            </a:avLst>
          </a:prstGeom>
          <a:solidFill>
            <a:srgbClr val="156082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0" name="楕円 219">
            <a:extLst>
              <a:ext uri="{FF2B5EF4-FFF2-40B4-BE49-F238E27FC236}">
                <a16:creationId xmlns:a16="http://schemas.microsoft.com/office/drawing/2014/main" id="{84351E4C-FD89-F4BA-16AE-4ED455703E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430539">
            <a:off x="9811831" y="1614880"/>
            <a:ext cx="1703737" cy="2145575"/>
          </a:xfrm>
          <a:prstGeom prst="ellipse">
            <a:avLst/>
          </a:prstGeom>
          <a:solidFill>
            <a:srgbClr val="ACCAF6">
              <a:alpha val="50196"/>
            </a:srgbClr>
          </a:solidFill>
          <a:ln w="190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9" name="楕円 278">
            <a:extLst>
              <a:ext uri="{FF2B5EF4-FFF2-40B4-BE49-F238E27FC236}">
                <a16:creationId xmlns:a16="http://schemas.microsoft.com/office/drawing/2014/main" id="{B018BA33-4E8F-2B27-A7A4-DC5F0B4EB6B2}"/>
              </a:ext>
            </a:extLst>
          </p:cNvPr>
          <p:cNvSpPr/>
          <p:nvPr/>
        </p:nvSpPr>
        <p:spPr>
          <a:xfrm rot="1567301">
            <a:off x="9807821" y="2161301"/>
            <a:ext cx="1711756" cy="1065129"/>
          </a:xfrm>
          <a:prstGeom prst="ellipse">
            <a:avLst/>
          </a:prstGeom>
          <a:solidFill>
            <a:srgbClr val="747474">
              <a:alpha val="50196"/>
            </a:srgb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8" name="楕円 277">
            <a:extLst>
              <a:ext uri="{FF2B5EF4-FFF2-40B4-BE49-F238E27FC236}">
                <a16:creationId xmlns:a16="http://schemas.microsoft.com/office/drawing/2014/main" id="{8D9FA2DC-0E53-E479-45CD-338719FAA1E2}"/>
              </a:ext>
            </a:extLst>
          </p:cNvPr>
          <p:cNvSpPr/>
          <p:nvPr/>
        </p:nvSpPr>
        <p:spPr>
          <a:xfrm rot="1505753" flipH="1">
            <a:off x="10521802" y="1619160"/>
            <a:ext cx="303677" cy="2137014"/>
          </a:xfrm>
          <a:prstGeom prst="ellipse">
            <a:avLst/>
          </a:prstGeom>
          <a:solidFill>
            <a:srgbClr val="156082">
              <a:alpha val="50196"/>
            </a:srgb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9" name="グループ化 288">
            <a:extLst>
              <a:ext uri="{FF2B5EF4-FFF2-40B4-BE49-F238E27FC236}">
                <a16:creationId xmlns:a16="http://schemas.microsoft.com/office/drawing/2014/main" id="{03A168F5-7312-7202-0397-C4E305F5CCAE}"/>
              </a:ext>
            </a:extLst>
          </p:cNvPr>
          <p:cNvGrpSpPr/>
          <p:nvPr/>
        </p:nvGrpSpPr>
        <p:grpSpPr>
          <a:xfrm>
            <a:off x="315486" y="1553811"/>
            <a:ext cx="4340922" cy="5068688"/>
            <a:chOff x="6821138" y="1025756"/>
            <a:chExt cx="4340922" cy="5068688"/>
          </a:xfrm>
        </p:grpSpPr>
        <p:cxnSp>
          <p:nvCxnSpPr>
            <p:cNvPr id="166" name="直線矢印コネクタ 165">
              <a:extLst>
                <a:ext uri="{FF2B5EF4-FFF2-40B4-BE49-F238E27FC236}">
                  <a16:creationId xmlns:a16="http://schemas.microsoft.com/office/drawing/2014/main" id="{8AC4C944-798A-7076-5BDA-4F5D2D2DA0F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21138" y="1025756"/>
              <a:ext cx="2392395" cy="2810438"/>
            </a:xfrm>
            <a:prstGeom prst="straightConnector1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147" name="楕円 146">
              <a:extLst>
                <a:ext uri="{FF2B5EF4-FFF2-40B4-BE49-F238E27FC236}">
                  <a16:creationId xmlns:a16="http://schemas.microsoft.com/office/drawing/2014/main" id="{69599ECB-CEA5-7BED-D4A6-23D3EDA7851E}"/>
                </a:ext>
              </a:extLst>
            </p:cNvPr>
            <p:cNvSpPr/>
            <p:nvPr/>
          </p:nvSpPr>
          <p:spPr>
            <a:xfrm rot="1433805">
              <a:off x="8287516" y="3365051"/>
              <a:ext cx="1827584" cy="931238"/>
            </a:xfrm>
            <a:prstGeom prst="ellipse">
              <a:avLst/>
            </a:prstGeom>
            <a:solidFill>
              <a:srgbClr val="ACCAF6">
                <a:alpha val="49804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4" name="直線矢印コネクタ 163">
              <a:extLst>
                <a:ext uri="{FF2B5EF4-FFF2-40B4-BE49-F238E27FC236}">
                  <a16:creationId xmlns:a16="http://schemas.microsoft.com/office/drawing/2014/main" id="{5966CE49-2A87-5FCA-521A-9A8AB5BFFD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27100" y="3858708"/>
              <a:ext cx="1934960" cy="22357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177" name="楕円 176">
              <a:extLst>
                <a:ext uri="{FF2B5EF4-FFF2-40B4-BE49-F238E27FC236}">
                  <a16:creationId xmlns:a16="http://schemas.microsoft.com/office/drawing/2014/main" id="{4B6172CB-BF07-1CF9-AE59-524828B357FC}"/>
                </a:ext>
              </a:extLst>
            </p:cNvPr>
            <p:cNvSpPr/>
            <p:nvPr/>
          </p:nvSpPr>
          <p:spPr>
            <a:xfrm rot="6823473">
              <a:off x="9083164" y="2932475"/>
              <a:ext cx="227193" cy="1838098"/>
            </a:xfrm>
            <a:prstGeom prst="ellipse">
              <a:avLst/>
            </a:prstGeom>
            <a:solidFill>
              <a:schemeClr val="accent1">
                <a:lumMod val="40000"/>
                <a:lumOff val="60000"/>
                <a:alpha val="50196"/>
              </a:schemeClr>
            </a:solidFill>
            <a:ln>
              <a:solidFill>
                <a:schemeClr val="bg1">
                  <a:lumMod val="6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楕円 144">
              <a:extLst>
                <a:ext uri="{FF2B5EF4-FFF2-40B4-BE49-F238E27FC236}">
                  <a16:creationId xmlns:a16="http://schemas.microsoft.com/office/drawing/2014/main" id="{C07D3655-560D-0FDD-9F6A-0082E3B3A379}"/>
                </a:ext>
              </a:extLst>
            </p:cNvPr>
            <p:cNvSpPr/>
            <p:nvPr/>
          </p:nvSpPr>
          <p:spPr>
            <a:xfrm rot="1452190">
              <a:off x="9096873" y="3380117"/>
              <a:ext cx="280857" cy="915685"/>
            </a:xfrm>
            <a:prstGeom prst="ellipse">
              <a:avLst/>
            </a:prstGeom>
            <a:solidFill>
              <a:schemeClr val="bg2">
                <a:lumMod val="50000"/>
                <a:alpha val="50196"/>
              </a:schemeClr>
            </a:solidFill>
            <a:ln>
              <a:solidFill>
                <a:schemeClr val="bg1">
                  <a:lumMod val="6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5" name="直線コネクタ 184">
              <a:extLst>
                <a:ext uri="{FF2B5EF4-FFF2-40B4-BE49-F238E27FC236}">
                  <a16:creationId xmlns:a16="http://schemas.microsoft.com/office/drawing/2014/main" id="{28E60811-531A-E658-E808-7B461991E2E4}"/>
                </a:ext>
              </a:extLst>
            </p:cNvPr>
            <p:cNvCxnSpPr>
              <a:cxnSpLocks/>
              <a:stCxn id="177" idx="4"/>
              <a:endCxn id="177" idx="0"/>
            </p:cNvCxnSpPr>
            <p:nvPr/>
          </p:nvCxnSpPr>
          <p:spPr>
            <a:xfrm>
              <a:off x="8355380" y="3481754"/>
              <a:ext cx="1682761" cy="739541"/>
            </a:xfrm>
            <a:prstGeom prst="line">
              <a:avLst/>
            </a:prstGeom>
            <a:ln>
              <a:prstDash val="sysDas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sp>
          <p:nvSpPr>
            <p:cNvPr id="193" name="フリーフォーム: 図形 192">
              <a:extLst>
                <a:ext uri="{FF2B5EF4-FFF2-40B4-BE49-F238E27FC236}">
                  <a16:creationId xmlns:a16="http://schemas.microsoft.com/office/drawing/2014/main" id="{0579E9C5-4570-A2FC-861B-714A04696999}"/>
                </a:ext>
              </a:extLst>
            </p:cNvPr>
            <p:cNvSpPr/>
            <p:nvPr/>
          </p:nvSpPr>
          <p:spPr>
            <a:xfrm>
              <a:off x="8349004" y="3476625"/>
              <a:ext cx="1695109" cy="757238"/>
            </a:xfrm>
            <a:custGeom>
              <a:avLst/>
              <a:gdLst>
                <a:gd name="csX0" fmla="*/ 4421 w 1695109"/>
                <a:gd name="csY0" fmla="*/ 0 h 757238"/>
                <a:gd name="csX1" fmla="*/ 37759 w 1695109"/>
                <a:gd name="csY1" fmla="*/ 66675 h 757238"/>
                <a:gd name="csX2" fmla="*/ 280646 w 1695109"/>
                <a:gd name="csY2" fmla="*/ 228600 h 757238"/>
                <a:gd name="csX3" fmla="*/ 580684 w 1695109"/>
                <a:gd name="csY3" fmla="*/ 381000 h 757238"/>
                <a:gd name="csX4" fmla="*/ 842621 w 1695109"/>
                <a:gd name="csY4" fmla="*/ 490538 h 757238"/>
                <a:gd name="csX5" fmla="*/ 1195046 w 1695109"/>
                <a:gd name="csY5" fmla="*/ 638175 h 757238"/>
                <a:gd name="csX6" fmla="*/ 1490321 w 1695109"/>
                <a:gd name="csY6" fmla="*/ 733425 h 757238"/>
                <a:gd name="csX7" fmla="*/ 1695109 w 1695109"/>
                <a:gd name="csY7" fmla="*/ 757238 h 757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695109" h="757238">
                  <a:moveTo>
                    <a:pt x="4421" y="0"/>
                  </a:moveTo>
                  <a:cubicBezTo>
                    <a:pt x="-1929" y="14287"/>
                    <a:pt x="-8278" y="28575"/>
                    <a:pt x="37759" y="66675"/>
                  </a:cubicBezTo>
                  <a:cubicBezTo>
                    <a:pt x="83796" y="104775"/>
                    <a:pt x="190159" y="176213"/>
                    <a:pt x="280646" y="228600"/>
                  </a:cubicBezTo>
                  <a:cubicBezTo>
                    <a:pt x="371134" y="280988"/>
                    <a:pt x="487022" y="337344"/>
                    <a:pt x="580684" y="381000"/>
                  </a:cubicBezTo>
                  <a:cubicBezTo>
                    <a:pt x="674346" y="424656"/>
                    <a:pt x="842621" y="490538"/>
                    <a:pt x="842621" y="490538"/>
                  </a:cubicBezTo>
                  <a:cubicBezTo>
                    <a:pt x="945015" y="533400"/>
                    <a:pt x="1087096" y="597694"/>
                    <a:pt x="1195046" y="638175"/>
                  </a:cubicBezTo>
                  <a:cubicBezTo>
                    <a:pt x="1302996" y="678656"/>
                    <a:pt x="1406977" y="713581"/>
                    <a:pt x="1490321" y="733425"/>
                  </a:cubicBezTo>
                  <a:cubicBezTo>
                    <a:pt x="1573665" y="753269"/>
                    <a:pt x="1634387" y="755253"/>
                    <a:pt x="1695109" y="75723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4" name="フリーフォーム: 図形 193">
              <a:extLst>
                <a:ext uri="{FF2B5EF4-FFF2-40B4-BE49-F238E27FC236}">
                  <a16:creationId xmlns:a16="http://schemas.microsoft.com/office/drawing/2014/main" id="{71A86D99-24A6-1E08-987E-3D3CA58C4D30}"/>
                </a:ext>
              </a:extLst>
            </p:cNvPr>
            <p:cNvSpPr/>
            <p:nvPr/>
          </p:nvSpPr>
          <p:spPr>
            <a:xfrm rot="402312">
              <a:off x="9040071" y="3386130"/>
              <a:ext cx="346924" cy="909146"/>
            </a:xfrm>
            <a:custGeom>
              <a:avLst/>
              <a:gdLst>
                <a:gd name="csX0" fmla="*/ 439296 w 439296"/>
                <a:gd name="csY0" fmla="*/ 0 h 852488"/>
                <a:gd name="csX1" fmla="*/ 372621 w 439296"/>
                <a:gd name="csY1" fmla="*/ 9525 h 852488"/>
                <a:gd name="csX2" fmla="*/ 253559 w 439296"/>
                <a:gd name="csY2" fmla="*/ 85725 h 852488"/>
                <a:gd name="csX3" fmla="*/ 110684 w 439296"/>
                <a:gd name="csY3" fmla="*/ 280988 h 852488"/>
                <a:gd name="csX4" fmla="*/ 44009 w 439296"/>
                <a:gd name="csY4" fmla="*/ 452438 h 852488"/>
                <a:gd name="csX5" fmla="*/ 1146 w 439296"/>
                <a:gd name="csY5" fmla="*/ 661988 h 852488"/>
                <a:gd name="csX6" fmla="*/ 15434 w 439296"/>
                <a:gd name="csY6" fmla="*/ 776288 h 852488"/>
                <a:gd name="csX7" fmla="*/ 48771 w 439296"/>
                <a:gd name="csY7" fmla="*/ 823913 h 852488"/>
                <a:gd name="csX8" fmla="*/ 67821 w 439296"/>
                <a:gd name="csY8" fmla="*/ 852488 h 8524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39296" h="852488">
                  <a:moveTo>
                    <a:pt x="439296" y="0"/>
                  </a:moveTo>
                  <a:lnTo>
                    <a:pt x="372621" y="9525"/>
                  </a:lnTo>
                  <a:cubicBezTo>
                    <a:pt x="341665" y="23813"/>
                    <a:pt x="297215" y="40481"/>
                    <a:pt x="253559" y="85725"/>
                  </a:cubicBezTo>
                  <a:cubicBezTo>
                    <a:pt x="209903" y="130969"/>
                    <a:pt x="145609" y="219869"/>
                    <a:pt x="110684" y="280988"/>
                  </a:cubicBezTo>
                  <a:cubicBezTo>
                    <a:pt x="75759" y="342107"/>
                    <a:pt x="62265" y="388938"/>
                    <a:pt x="44009" y="452438"/>
                  </a:cubicBezTo>
                  <a:cubicBezTo>
                    <a:pt x="25753" y="515938"/>
                    <a:pt x="5909" y="608013"/>
                    <a:pt x="1146" y="661988"/>
                  </a:cubicBezTo>
                  <a:cubicBezTo>
                    <a:pt x="-3617" y="715963"/>
                    <a:pt x="7497" y="749301"/>
                    <a:pt x="15434" y="776288"/>
                  </a:cubicBezTo>
                  <a:cubicBezTo>
                    <a:pt x="23371" y="803275"/>
                    <a:pt x="40040" y="811213"/>
                    <a:pt x="48771" y="823913"/>
                  </a:cubicBezTo>
                  <a:cubicBezTo>
                    <a:pt x="57502" y="836613"/>
                    <a:pt x="62661" y="844550"/>
                    <a:pt x="67821" y="85248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7" name="直線コネクタ 196">
              <a:extLst>
                <a:ext uri="{FF2B5EF4-FFF2-40B4-BE49-F238E27FC236}">
                  <a16:creationId xmlns:a16="http://schemas.microsoft.com/office/drawing/2014/main" id="{5C900D32-E7E9-1364-EAC6-D2BE28DF38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2815" y="3704133"/>
              <a:ext cx="3385631" cy="479921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直線コネクタ 204">
              <a:extLst>
                <a:ext uri="{FF2B5EF4-FFF2-40B4-BE49-F238E27FC236}">
                  <a16:creationId xmlns:a16="http://schemas.microsoft.com/office/drawing/2014/main" id="{C2B7AC58-5804-5284-84BB-39A3DA3127ED}"/>
                </a:ext>
              </a:extLst>
            </p:cNvPr>
            <p:cNvCxnSpPr>
              <a:cxnSpLocks/>
            </p:cNvCxnSpPr>
            <p:nvPr/>
          </p:nvCxnSpPr>
          <p:spPr>
            <a:xfrm>
              <a:off x="9227100" y="2638899"/>
              <a:ext cx="0" cy="2205314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直線コネクタ 214">
              <a:extLst>
                <a:ext uri="{FF2B5EF4-FFF2-40B4-BE49-F238E27FC236}">
                  <a16:creationId xmlns:a16="http://schemas.microsoft.com/office/drawing/2014/main" id="{112343E4-3A04-6740-630E-F015A78BF4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1210" y="2975739"/>
              <a:ext cx="427118" cy="605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18" name="直線コネクタ 217">
              <a:extLst>
                <a:ext uri="{FF2B5EF4-FFF2-40B4-BE49-F238E27FC236}">
                  <a16:creationId xmlns:a16="http://schemas.microsoft.com/office/drawing/2014/main" id="{E349EFAE-1245-EE06-082E-127B84E34F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32310" y="3134607"/>
              <a:ext cx="427118" cy="605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19" name="直線コネクタ 218">
              <a:extLst>
                <a:ext uri="{FF2B5EF4-FFF2-40B4-BE49-F238E27FC236}">
                  <a16:creationId xmlns:a16="http://schemas.microsoft.com/office/drawing/2014/main" id="{39F1C47D-EBF0-A3F8-6D7B-4D42252DCB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36458" y="2796513"/>
              <a:ext cx="427118" cy="605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21" name="直線コネクタ 220">
              <a:extLst>
                <a:ext uri="{FF2B5EF4-FFF2-40B4-BE49-F238E27FC236}">
                  <a16:creationId xmlns:a16="http://schemas.microsoft.com/office/drawing/2014/main" id="{E6EA564C-BEFB-AC73-23B9-B89CBC05922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17272" y="4358074"/>
              <a:ext cx="30624" cy="3922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31" name="直線コネクタ 230">
              <a:extLst>
                <a:ext uri="{FF2B5EF4-FFF2-40B4-BE49-F238E27FC236}">
                  <a16:creationId xmlns:a16="http://schemas.microsoft.com/office/drawing/2014/main" id="{326F0A71-B84E-4089-523F-DA2F0EC330C2}"/>
                </a:ext>
              </a:extLst>
            </p:cNvPr>
            <p:cNvCxnSpPr>
              <a:cxnSpLocks/>
              <a:stCxn id="145" idx="4"/>
              <a:endCxn id="145" idx="0"/>
            </p:cNvCxnSpPr>
            <p:nvPr/>
          </p:nvCxnSpPr>
          <p:spPr>
            <a:xfrm flipV="1">
              <a:off x="9049599" y="3420363"/>
              <a:ext cx="375406" cy="835194"/>
            </a:xfrm>
            <a:prstGeom prst="line">
              <a:avLst/>
            </a:prstGeom>
            <a:ln>
              <a:prstDash val="sysDas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41" name="直線コネクタ 240">
              <a:extLst>
                <a:ext uri="{FF2B5EF4-FFF2-40B4-BE49-F238E27FC236}">
                  <a16:creationId xmlns:a16="http://schemas.microsoft.com/office/drawing/2014/main" id="{7F347F74-DFD1-CE15-A0F5-E159F6E6523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69672" y="4543709"/>
              <a:ext cx="30624" cy="3922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42" name="直線コネクタ 241">
              <a:extLst>
                <a:ext uri="{FF2B5EF4-FFF2-40B4-BE49-F238E27FC236}">
                  <a16:creationId xmlns:a16="http://schemas.microsoft.com/office/drawing/2014/main" id="{D35CBFF2-34C0-F667-4450-B3DA8873EF0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22072" y="4718045"/>
              <a:ext cx="30624" cy="3922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</p:grpSp>
      <p:cxnSp>
        <p:nvCxnSpPr>
          <p:cNvPr id="276" name="直線コネクタ 275">
            <a:extLst>
              <a:ext uri="{FF2B5EF4-FFF2-40B4-BE49-F238E27FC236}">
                <a16:creationId xmlns:a16="http://schemas.microsoft.com/office/drawing/2014/main" id="{BA564435-F521-B91F-43D9-65F5C51DAF26}"/>
              </a:ext>
            </a:extLst>
          </p:cNvPr>
          <p:cNvCxnSpPr>
            <a:cxnSpLocks/>
          </p:cNvCxnSpPr>
          <p:nvPr/>
        </p:nvCxnSpPr>
        <p:spPr>
          <a:xfrm>
            <a:off x="9555824" y="2194100"/>
            <a:ext cx="2390339" cy="1050508"/>
          </a:xfrm>
          <a:prstGeom prst="line">
            <a:avLst/>
          </a:prstGeom>
          <a:ln>
            <a:prstDash val="sys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3" name="フリーフォーム: 図形 282">
            <a:extLst>
              <a:ext uri="{FF2B5EF4-FFF2-40B4-BE49-F238E27FC236}">
                <a16:creationId xmlns:a16="http://schemas.microsoft.com/office/drawing/2014/main" id="{5CBEC4DF-8416-53BE-62FA-AB584CA2FDC3}"/>
              </a:ext>
            </a:extLst>
          </p:cNvPr>
          <p:cNvSpPr/>
          <p:nvPr/>
        </p:nvSpPr>
        <p:spPr>
          <a:xfrm>
            <a:off x="10196101" y="1720850"/>
            <a:ext cx="897349" cy="1930400"/>
          </a:xfrm>
          <a:custGeom>
            <a:avLst/>
            <a:gdLst>
              <a:gd name="csX0" fmla="*/ 897349 w 897349"/>
              <a:gd name="csY0" fmla="*/ 0 h 1930400"/>
              <a:gd name="csX1" fmla="*/ 757649 w 897349"/>
              <a:gd name="csY1" fmla="*/ 158750 h 1930400"/>
              <a:gd name="csX2" fmla="*/ 611599 w 897349"/>
              <a:gd name="csY2" fmla="*/ 374650 h 1930400"/>
              <a:gd name="csX3" fmla="*/ 433799 w 897349"/>
              <a:gd name="csY3" fmla="*/ 717550 h 1930400"/>
              <a:gd name="csX4" fmla="*/ 224249 w 897349"/>
              <a:gd name="csY4" fmla="*/ 1149350 h 1930400"/>
              <a:gd name="csX5" fmla="*/ 65499 w 897349"/>
              <a:gd name="csY5" fmla="*/ 1574800 h 1930400"/>
              <a:gd name="csX6" fmla="*/ 1999 w 897349"/>
              <a:gd name="csY6" fmla="*/ 1835150 h 1930400"/>
              <a:gd name="csX7" fmla="*/ 14699 w 897349"/>
              <a:gd name="csY7" fmla="*/ 1930400 h 1930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897349" h="1930400">
                <a:moveTo>
                  <a:pt x="897349" y="0"/>
                </a:moveTo>
                <a:cubicBezTo>
                  <a:pt x="851311" y="48154"/>
                  <a:pt x="805274" y="96308"/>
                  <a:pt x="757649" y="158750"/>
                </a:cubicBezTo>
                <a:cubicBezTo>
                  <a:pt x="710024" y="221192"/>
                  <a:pt x="665574" y="281517"/>
                  <a:pt x="611599" y="374650"/>
                </a:cubicBezTo>
                <a:cubicBezTo>
                  <a:pt x="557624" y="467783"/>
                  <a:pt x="498357" y="588433"/>
                  <a:pt x="433799" y="717550"/>
                </a:cubicBezTo>
                <a:cubicBezTo>
                  <a:pt x="369241" y="846667"/>
                  <a:pt x="285632" y="1006475"/>
                  <a:pt x="224249" y="1149350"/>
                </a:cubicBezTo>
                <a:cubicBezTo>
                  <a:pt x="162866" y="1292225"/>
                  <a:pt x="102541" y="1460500"/>
                  <a:pt x="65499" y="1574800"/>
                </a:cubicBezTo>
                <a:cubicBezTo>
                  <a:pt x="28457" y="1689100"/>
                  <a:pt x="10466" y="1775883"/>
                  <a:pt x="1999" y="1835150"/>
                </a:cubicBezTo>
                <a:cubicBezTo>
                  <a:pt x="-6468" y="1894417"/>
                  <a:pt x="14699" y="1930400"/>
                  <a:pt x="14699" y="19304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4" name="フリーフォーム: 図形 283">
            <a:extLst>
              <a:ext uri="{FF2B5EF4-FFF2-40B4-BE49-F238E27FC236}">
                <a16:creationId xmlns:a16="http://schemas.microsoft.com/office/drawing/2014/main" id="{EEDDE005-8C39-0DF2-9F3E-0912B2A0A016}"/>
              </a:ext>
            </a:extLst>
          </p:cNvPr>
          <p:cNvSpPr/>
          <p:nvPr/>
        </p:nvSpPr>
        <p:spPr>
          <a:xfrm>
            <a:off x="9862641" y="2355850"/>
            <a:ext cx="1586409" cy="946870"/>
          </a:xfrm>
          <a:custGeom>
            <a:avLst/>
            <a:gdLst>
              <a:gd name="csX0" fmla="*/ 11609 w 1586409"/>
              <a:gd name="csY0" fmla="*/ 0 h 946870"/>
              <a:gd name="csX1" fmla="*/ 11609 w 1586409"/>
              <a:gd name="csY1" fmla="*/ 209550 h 946870"/>
              <a:gd name="csX2" fmla="*/ 132259 w 1586409"/>
              <a:gd name="csY2" fmla="*/ 463550 h 946870"/>
              <a:gd name="csX3" fmla="*/ 392609 w 1586409"/>
              <a:gd name="csY3" fmla="*/ 717550 h 946870"/>
              <a:gd name="csX4" fmla="*/ 748209 w 1586409"/>
              <a:gd name="csY4" fmla="*/ 889000 h 946870"/>
              <a:gd name="csX5" fmla="*/ 1110159 w 1586409"/>
              <a:gd name="csY5" fmla="*/ 946150 h 946870"/>
              <a:gd name="csX6" fmla="*/ 1446709 w 1586409"/>
              <a:gd name="csY6" fmla="*/ 857250 h 946870"/>
              <a:gd name="csX7" fmla="*/ 1586409 w 1586409"/>
              <a:gd name="csY7" fmla="*/ 654050 h 9468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586409" h="946870">
                <a:moveTo>
                  <a:pt x="11609" y="0"/>
                </a:moveTo>
                <a:cubicBezTo>
                  <a:pt x="1555" y="66146"/>
                  <a:pt x="-8499" y="132292"/>
                  <a:pt x="11609" y="209550"/>
                </a:cubicBezTo>
                <a:cubicBezTo>
                  <a:pt x="31717" y="286808"/>
                  <a:pt x="68759" y="378883"/>
                  <a:pt x="132259" y="463550"/>
                </a:cubicBezTo>
                <a:cubicBezTo>
                  <a:pt x="195759" y="548217"/>
                  <a:pt x="289951" y="646642"/>
                  <a:pt x="392609" y="717550"/>
                </a:cubicBezTo>
                <a:cubicBezTo>
                  <a:pt x="495267" y="788458"/>
                  <a:pt x="628617" y="850900"/>
                  <a:pt x="748209" y="889000"/>
                </a:cubicBezTo>
                <a:cubicBezTo>
                  <a:pt x="867801" y="927100"/>
                  <a:pt x="993742" y="951442"/>
                  <a:pt x="1110159" y="946150"/>
                </a:cubicBezTo>
                <a:cubicBezTo>
                  <a:pt x="1226576" y="940858"/>
                  <a:pt x="1367334" y="905933"/>
                  <a:pt x="1446709" y="857250"/>
                </a:cubicBezTo>
                <a:cubicBezTo>
                  <a:pt x="1526084" y="808567"/>
                  <a:pt x="1556246" y="731308"/>
                  <a:pt x="1586409" y="6540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8" name="グループ化 287">
            <a:extLst>
              <a:ext uri="{FF2B5EF4-FFF2-40B4-BE49-F238E27FC236}">
                <a16:creationId xmlns:a16="http://schemas.microsoft.com/office/drawing/2014/main" id="{30BE6C6D-F483-1CBB-45F0-9DCB9570A1C0}"/>
              </a:ext>
            </a:extLst>
          </p:cNvPr>
          <p:cNvGrpSpPr/>
          <p:nvPr/>
        </p:nvGrpSpPr>
        <p:grpSpPr>
          <a:xfrm>
            <a:off x="8561227" y="2480615"/>
            <a:ext cx="3970518" cy="1984638"/>
            <a:chOff x="7676382" y="1639258"/>
            <a:chExt cx="3970518" cy="1984638"/>
          </a:xfrm>
        </p:grpSpPr>
        <p:grpSp>
          <p:nvGrpSpPr>
            <p:cNvPr id="285" name="グループ化 284">
              <a:extLst>
                <a:ext uri="{FF2B5EF4-FFF2-40B4-BE49-F238E27FC236}">
                  <a16:creationId xmlns:a16="http://schemas.microsoft.com/office/drawing/2014/main" id="{91EC8264-C0A6-E592-A000-854BC2F983D4}"/>
                </a:ext>
              </a:extLst>
            </p:cNvPr>
            <p:cNvGrpSpPr/>
            <p:nvPr/>
          </p:nvGrpSpPr>
          <p:grpSpPr>
            <a:xfrm>
              <a:off x="9425005" y="1639258"/>
              <a:ext cx="1799273" cy="1581855"/>
              <a:chOff x="9342187" y="1166994"/>
              <a:chExt cx="2091780" cy="1839016"/>
            </a:xfrm>
          </p:grpSpPr>
          <p:cxnSp>
            <p:nvCxnSpPr>
              <p:cNvPr id="262" name="直線コネクタ 261">
                <a:extLst>
                  <a:ext uri="{FF2B5EF4-FFF2-40B4-BE49-F238E27FC236}">
                    <a16:creationId xmlns:a16="http://schemas.microsoft.com/office/drawing/2014/main" id="{25A0D2BA-7ADE-0412-0654-A3E9C40279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42187" y="2413505"/>
                <a:ext cx="1485836" cy="0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直線コネクタ 266">
                <a:extLst>
                  <a:ext uri="{FF2B5EF4-FFF2-40B4-BE49-F238E27FC236}">
                    <a16:creationId xmlns:a16="http://schemas.microsoft.com/office/drawing/2014/main" id="{436164A0-B519-2103-643E-DEB888D466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96287" y="1166994"/>
                <a:ext cx="0" cy="1290083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直線コネクタ 272">
                <a:extLst>
                  <a:ext uri="{FF2B5EF4-FFF2-40B4-BE49-F238E27FC236}">
                    <a16:creationId xmlns:a16="http://schemas.microsoft.com/office/drawing/2014/main" id="{4EDEC711-BDB5-9BCC-827D-BD5449A7D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69998" y="1402986"/>
                <a:ext cx="1663969" cy="1603024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7" name="平行四辺形 286">
              <a:extLst>
                <a:ext uri="{FF2B5EF4-FFF2-40B4-BE49-F238E27FC236}">
                  <a16:creationId xmlns:a16="http://schemas.microsoft.com/office/drawing/2014/main" id="{C920431D-B32D-9B75-6171-7D166C2F7CD5}"/>
                </a:ext>
              </a:extLst>
            </p:cNvPr>
            <p:cNvSpPr/>
            <p:nvPr/>
          </p:nvSpPr>
          <p:spPr>
            <a:xfrm flipV="1">
              <a:off x="7676382" y="1841064"/>
              <a:ext cx="3970518" cy="1782832"/>
            </a:xfrm>
            <a:prstGeom prst="parallelogram">
              <a:avLst>
                <a:gd name="adj" fmla="val 105300"/>
              </a:avLst>
            </a:prstGeom>
            <a:solidFill>
              <a:srgbClr val="156082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69152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D291828BE931164DA279E7DB37510E8B" ma:contentTypeVersion="12" ma:contentTypeDescription="新しいドキュメントを作成します。" ma:contentTypeScope="" ma:versionID="d40e79753e265535ebdef0a9a1630dbe">
  <xsd:schema xmlns:xsd="http://www.w3.org/2001/XMLSchema" xmlns:xs="http://www.w3.org/2001/XMLSchema" xmlns:p="http://schemas.microsoft.com/office/2006/metadata/properties" xmlns:ns3="e5fea337-426f-4878-aaa1-6cc4dbed00d3" targetNamespace="http://schemas.microsoft.com/office/2006/metadata/properties" ma:root="true" ma:fieldsID="909ec013045a4ae227a46cef79b1603d" ns3:_="">
    <xsd:import namespace="e5fea337-426f-4878-aaa1-6cc4dbed00d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BillingMetadata" minOccurs="0"/>
                <xsd:element ref="ns3:_activity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fea337-426f-4878-aaa1-6cc4dbed00d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6" nillable="true" ma:displayName="MediaServiceBillingMetadata" ma:hidden="true" ma:internalName="MediaServiceBillingMetadata" ma:readOnly="true">
      <xsd:simpleType>
        <xsd:restriction base="dms:Note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5fea337-426f-4878-aaa1-6cc4dbed00d3" xsi:nil="true"/>
  </documentManagement>
</p:properties>
</file>

<file path=customXml/itemProps1.xml><?xml version="1.0" encoding="utf-8"?>
<ds:datastoreItem xmlns:ds="http://schemas.openxmlformats.org/officeDocument/2006/customXml" ds:itemID="{EBB85C3E-FFAD-4A75-A769-4B97E54A903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231A16C-3E0A-4893-9CB3-DA6770BA57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fea337-426f-4878-aaa1-6cc4dbed00d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690C700-0B54-4769-9477-9FE646BEDBDF}">
  <ds:schemaRefs>
    <ds:schemaRef ds:uri="http://schemas.microsoft.com/office/2006/metadata/properties"/>
    <ds:schemaRef ds:uri="http://www.w3.org/XML/1998/namespace"/>
    <ds:schemaRef ds:uri="http://purl.org/dc/elements/1.1/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e5fea337-426f-4878-aaa1-6cc4dbed00d3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919</TotalTime>
  <Words>114</Words>
  <Application>Microsoft Office PowerPoint</Application>
  <PresentationFormat>ワイド画面</PresentationFormat>
  <Paragraphs>78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3" baseType="lpstr">
      <vt:lpstr>Gungsuh</vt:lpstr>
      <vt:lpstr>游ゴシック</vt:lpstr>
      <vt:lpstr>游ゴシック Light</vt:lpstr>
      <vt:lpstr>Arial</vt:lpstr>
      <vt:lpstr>Cambria Math</vt:lpstr>
      <vt:lpstr>Century</vt:lpstr>
      <vt:lpstr>times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全 香玉</dc:creator>
  <cp:lastModifiedBy>全 香玉</cp:lastModifiedBy>
  <cp:revision>6</cp:revision>
  <cp:lastPrinted>2026-07-23T10:12:33Z</cp:lastPrinted>
  <dcterms:created xsi:type="dcterms:W3CDTF">2026-04-26T06:05:04Z</dcterms:created>
  <dcterms:modified xsi:type="dcterms:W3CDTF">2026-07-23T10:52:20Z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0x010100D291828BE931164DA279E7DB37510E8B</vt:lpwstr>
  </property>
</Properties>
</file>